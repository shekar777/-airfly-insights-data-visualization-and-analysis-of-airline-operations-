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479" y="5835120"/>
            <a:ext cx="552450" cy="4451985"/>
          </a:xfrm>
          <a:custGeom>
            <a:avLst/>
            <a:gdLst/>
            <a:ahLst/>
            <a:cxnLst/>
            <a:rect l="l" t="t" r="r" b="b"/>
            <a:pathLst>
              <a:path w="552450" h="4451984">
                <a:moveTo>
                  <a:pt x="0" y="4451878"/>
                </a:moveTo>
                <a:lnTo>
                  <a:pt x="12021" y="4408507"/>
                </a:lnTo>
                <a:lnTo>
                  <a:pt x="24684" y="4361898"/>
                </a:lnTo>
                <a:lnTo>
                  <a:pt x="28063" y="4349212"/>
                </a:lnTo>
              </a:path>
              <a:path w="552450" h="4451984">
                <a:moveTo>
                  <a:pt x="28063" y="4349212"/>
                </a:moveTo>
                <a:lnTo>
                  <a:pt x="37225" y="4314809"/>
                </a:lnTo>
                <a:lnTo>
                  <a:pt x="49642" y="4267244"/>
                </a:lnTo>
                <a:lnTo>
                  <a:pt x="61166" y="4222212"/>
                </a:lnTo>
              </a:path>
              <a:path w="552450" h="4451984">
                <a:moveTo>
                  <a:pt x="61166" y="4222212"/>
                </a:moveTo>
                <a:lnTo>
                  <a:pt x="61935" y="4219206"/>
                </a:lnTo>
                <a:lnTo>
                  <a:pt x="74103" y="4170699"/>
                </a:lnTo>
                <a:lnTo>
                  <a:pt x="86145" y="4121728"/>
                </a:lnTo>
                <a:lnTo>
                  <a:pt x="92536" y="4095212"/>
                </a:lnTo>
              </a:path>
              <a:path w="552450" h="4451984">
                <a:moveTo>
                  <a:pt x="92536" y="4095212"/>
                </a:moveTo>
                <a:lnTo>
                  <a:pt x="98059" y="4072296"/>
                </a:lnTo>
                <a:lnTo>
                  <a:pt x="109844" y="4022407"/>
                </a:lnTo>
                <a:lnTo>
                  <a:pt x="121500" y="3972065"/>
                </a:lnTo>
                <a:lnTo>
                  <a:pt x="122375" y="3968212"/>
                </a:lnTo>
              </a:path>
              <a:path w="552450" h="4451984">
                <a:moveTo>
                  <a:pt x="122375" y="3968212"/>
                </a:moveTo>
                <a:lnTo>
                  <a:pt x="133026" y="3921273"/>
                </a:lnTo>
                <a:lnTo>
                  <a:pt x="144421" y="3870036"/>
                </a:lnTo>
                <a:lnTo>
                  <a:pt x="150702" y="3841212"/>
                </a:lnTo>
              </a:path>
              <a:path w="552450" h="4451984">
                <a:moveTo>
                  <a:pt x="150702" y="3841212"/>
                </a:moveTo>
                <a:lnTo>
                  <a:pt x="155683" y="3818357"/>
                </a:lnTo>
                <a:lnTo>
                  <a:pt x="166812" y="3766240"/>
                </a:lnTo>
                <a:lnTo>
                  <a:pt x="177701" y="3714190"/>
                </a:lnTo>
              </a:path>
              <a:path w="552450" h="4451984">
                <a:moveTo>
                  <a:pt x="177697" y="3714212"/>
                </a:moveTo>
                <a:lnTo>
                  <a:pt x="177806" y="3713690"/>
                </a:lnTo>
                <a:lnTo>
                  <a:pt x="188665" y="3660709"/>
                </a:lnTo>
                <a:lnTo>
                  <a:pt x="199387" y="3607302"/>
                </a:lnTo>
                <a:lnTo>
                  <a:pt x="203338" y="3587212"/>
                </a:lnTo>
              </a:path>
              <a:path w="552450" h="4451984">
                <a:moveTo>
                  <a:pt x="203338" y="3587212"/>
                </a:moveTo>
                <a:lnTo>
                  <a:pt x="209972" y="3553473"/>
                </a:lnTo>
                <a:lnTo>
                  <a:pt x="220419" y="3499225"/>
                </a:lnTo>
                <a:lnTo>
                  <a:pt x="227775" y="3460212"/>
                </a:lnTo>
              </a:path>
              <a:path w="552450" h="4451984">
                <a:moveTo>
                  <a:pt x="227775" y="3460212"/>
                </a:moveTo>
                <a:lnTo>
                  <a:pt x="230726" y="3444563"/>
                </a:lnTo>
                <a:lnTo>
                  <a:pt x="240893" y="3389489"/>
                </a:lnTo>
                <a:lnTo>
                  <a:pt x="250918" y="3334009"/>
                </a:lnTo>
                <a:lnTo>
                  <a:pt x="251059" y="3333212"/>
                </a:lnTo>
              </a:path>
              <a:path w="552450" h="4451984">
                <a:moveTo>
                  <a:pt x="251059" y="3333212"/>
                </a:moveTo>
                <a:lnTo>
                  <a:pt x="260801" y="3278126"/>
                </a:lnTo>
                <a:lnTo>
                  <a:pt x="270540" y="3221843"/>
                </a:lnTo>
                <a:lnTo>
                  <a:pt x="273187" y="3206212"/>
                </a:lnTo>
              </a:path>
              <a:path w="552450" h="4451984">
                <a:moveTo>
                  <a:pt x="273187" y="3206212"/>
                </a:moveTo>
                <a:lnTo>
                  <a:pt x="280135" y="3165165"/>
                </a:lnTo>
                <a:lnTo>
                  <a:pt x="289585" y="3108095"/>
                </a:lnTo>
                <a:lnTo>
                  <a:pt x="294261" y="3079212"/>
                </a:lnTo>
              </a:path>
              <a:path w="552450" h="4451984">
                <a:moveTo>
                  <a:pt x="294261" y="3079212"/>
                </a:moveTo>
                <a:lnTo>
                  <a:pt x="298888" y="3050638"/>
                </a:lnTo>
                <a:lnTo>
                  <a:pt x="308043" y="2992797"/>
                </a:lnTo>
                <a:lnTo>
                  <a:pt x="314322" y="2952212"/>
                </a:lnTo>
              </a:path>
              <a:path w="552450" h="4451984">
                <a:moveTo>
                  <a:pt x="314322" y="2952212"/>
                </a:moveTo>
                <a:lnTo>
                  <a:pt x="317050" y="2934576"/>
                </a:lnTo>
                <a:lnTo>
                  <a:pt x="325908" y="2875978"/>
                </a:lnTo>
                <a:lnTo>
                  <a:pt x="333403" y="2825212"/>
                </a:lnTo>
              </a:path>
              <a:path w="552450" h="4451984">
                <a:moveTo>
                  <a:pt x="333403" y="2825212"/>
                </a:moveTo>
                <a:lnTo>
                  <a:pt x="334615" y="2817009"/>
                </a:lnTo>
                <a:lnTo>
                  <a:pt x="343170" y="2757671"/>
                </a:lnTo>
                <a:lnTo>
                  <a:pt x="351539" y="2698207"/>
                </a:lnTo>
              </a:path>
              <a:path w="552450" h="4451984">
                <a:moveTo>
                  <a:pt x="351539" y="2698212"/>
                </a:moveTo>
                <a:lnTo>
                  <a:pt x="351573" y="2697968"/>
                </a:lnTo>
                <a:lnTo>
                  <a:pt x="359823" y="2637905"/>
                </a:lnTo>
                <a:lnTo>
                  <a:pt x="367917" y="2577484"/>
                </a:lnTo>
                <a:lnTo>
                  <a:pt x="368737" y="2571212"/>
                </a:lnTo>
              </a:path>
              <a:path w="552450" h="4451984">
                <a:moveTo>
                  <a:pt x="368737" y="2571212"/>
                </a:moveTo>
                <a:lnTo>
                  <a:pt x="375857" y="2516711"/>
                </a:lnTo>
                <a:lnTo>
                  <a:pt x="383640" y="2455589"/>
                </a:lnTo>
                <a:lnTo>
                  <a:pt x="385051" y="2444212"/>
                </a:lnTo>
              </a:path>
              <a:path w="552450" h="4451984">
                <a:moveTo>
                  <a:pt x="385051" y="2444212"/>
                </a:moveTo>
                <a:lnTo>
                  <a:pt x="391265" y="2394121"/>
                </a:lnTo>
                <a:lnTo>
                  <a:pt x="398732" y="2332312"/>
                </a:lnTo>
                <a:lnTo>
                  <a:pt x="400507" y="2317212"/>
                </a:lnTo>
              </a:path>
              <a:path w="552450" h="4451984">
                <a:moveTo>
                  <a:pt x="400507" y="2317212"/>
                </a:moveTo>
                <a:lnTo>
                  <a:pt x="406039" y="2270165"/>
                </a:lnTo>
                <a:lnTo>
                  <a:pt x="413186" y="2207684"/>
                </a:lnTo>
                <a:lnTo>
                  <a:pt x="415129" y="2190212"/>
                </a:lnTo>
              </a:path>
              <a:path w="552450" h="4451984">
                <a:moveTo>
                  <a:pt x="415129" y="2190212"/>
                </a:moveTo>
                <a:lnTo>
                  <a:pt x="420171" y="2144874"/>
                </a:lnTo>
                <a:lnTo>
                  <a:pt x="426993" y="2081737"/>
                </a:lnTo>
                <a:lnTo>
                  <a:pt x="428937" y="2063212"/>
                </a:lnTo>
              </a:path>
              <a:path w="552450" h="4451984">
                <a:moveTo>
                  <a:pt x="428937" y="2063212"/>
                </a:moveTo>
                <a:lnTo>
                  <a:pt x="433652" y="2018278"/>
                </a:lnTo>
                <a:lnTo>
                  <a:pt x="440146" y="1954501"/>
                </a:lnTo>
                <a:lnTo>
                  <a:pt x="441952" y="1936212"/>
                </a:lnTo>
              </a:path>
              <a:path w="552450" h="4451984">
                <a:moveTo>
                  <a:pt x="441952" y="1936212"/>
                </a:moveTo>
                <a:lnTo>
                  <a:pt x="446475" y="1890410"/>
                </a:lnTo>
                <a:lnTo>
                  <a:pt x="452637" y="1826007"/>
                </a:lnTo>
                <a:lnTo>
                  <a:pt x="454193" y="1809212"/>
                </a:lnTo>
              </a:path>
              <a:path w="552450" h="4451984">
                <a:moveTo>
                  <a:pt x="454193" y="1809212"/>
                </a:moveTo>
                <a:lnTo>
                  <a:pt x="458632" y="1761298"/>
                </a:lnTo>
                <a:lnTo>
                  <a:pt x="464458" y="1696286"/>
                </a:lnTo>
                <a:lnTo>
                  <a:pt x="465677" y="1682212"/>
                </a:lnTo>
              </a:path>
              <a:path w="552450" h="4451984">
                <a:moveTo>
                  <a:pt x="465677" y="1682212"/>
                </a:moveTo>
                <a:lnTo>
                  <a:pt x="470114" y="1630975"/>
                </a:lnTo>
                <a:lnTo>
                  <a:pt x="475600" y="1565369"/>
                </a:lnTo>
                <a:lnTo>
                  <a:pt x="476419" y="1555212"/>
                </a:lnTo>
              </a:path>
              <a:path w="552450" h="4451984">
                <a:moveTo>
                  <a:pt x="476419" y="1555212"/>
                </a:moveTo>
                <a:lnTo>
                  <a:pt x="480914" y="1499471"/>
                </a:lnTo>
                <a:lnTo>
                  <a:pt x="486055" y="1433286"/>
                </a:lnTo>
                <a:lnTo>
                  <a:pt x="491023" y="1366817"/>
                </a:lnTo>
                <a:lnTo>
                  <a:pt x="495735" y="1301206"/>
                </a:lnTo>
              </a:path>
              <a:path w="552450" h="4451984">
                <a:moveTo>
                  <a:pt x="495734" y="1301212"/>
                </a:moveTo>
                <a:lnTo>
                  <a:pt x="495817" y="1300068"/>
                </a:lnTo>
                <a:lnTo>
                  <a:pt x="500434" y="1233044"/>
                </a:lnTo>
                <a:lnTo>
                  <a:pt x="504316" y="1174212"/>
                </a:lnTo>
              </a:path>
              <a:path w="552450" h="4451984">
                <a:moveTo>
                  <a:pt x="504316" y="1174212"/>
                </a:moveTo>
                <a:lnTo>
                  <a:pt x="504875" y="1165747"/>
                </a:lnTo>
                <a:lnTo>
                  <a:pt x="509138" y="1098182"/>
                </a:lnTo>
                <a:lnTo>
                  <a:pt x="512207" y="1047212"/>
                </a:lnTo>
              </a:path>
              <a:path w="552450" h="4451984">
                <a:moveTo>
                  <a:pt x="512207" y="1047212"/>
                </a:moveTo>
                <a:lnTo>
                  <a:pt x="513223" y="1030352"/>
                </a:lnTo>
                <a:lnTo>
                  <a:pt x="517128" y="962262"/>
                </a:lnTo>
                <a:lnTo>
                  <a:pt x="519419" y="920212"/>
                </a:lnTo>
              </a:path>
              <a:path w="552450" h="4451984">
                <a:moveTo>
                  <a:pt x="519419" y="920212"/>
                </a:moveTo>
                <a:lnTo>
                  <a:pt x="520852" y="893915"/>
                </a:lnTo>
                <a:lnTo>
                  <a:pt x="524394" y="825316"/>
                </a:lnTo>
                <a:lnTo>
                  <a:pt x="525961" y="793212"/>
                </a:lnTo>
              </a:path>
              <a:path w="552450" h="4451984">
                <a:moveTo>
                  <a:pt x="525961" y="793212"/>
                </a:moveTo>
                <a:lnTo>
                  <a:pt x="527754" y="756467"/>
                </a:lnTo>
                <a:lnTo>
                  <a:pt x="530930" y="687374"/>
                </a:lnTo>
                <a:lnTo>
                  <a:pt x="531843" y="666212"/>
                </a:lnTo>
              </a:path>
              <a:path w="552450" h="4451984">
                <a:moveTo>
                  <a:pt x="531843" y="666212"/>
                </a:moveTo>
                <a:lnTo>
                  <a:pt x="533922" y="618038"/>
                </a:lnTo>
                <a:lnTo>
                  <a:pt x="536728" y="548466"/>
                </a:lnTo>
                <a:lnTo>
                  <a:pt x="539347" y="478660"/>
                </a:lnTo>
                <a:lnTo>
                  <a:pt x="541653" y="412207"/>
                </a:lnTo>
              </a:path>
              <a:path w="552450" h="4451984">
                <a:moveTo>
                  <a:pt x="541653" y="412211"/>
                </a:moveTo>
                <a:lnTo>
                  <a:pt x="541778" y="408624"/>
                </a:lnTo>
                <a:lnTo>
                  <a:pt x="544020" y="338363"/>
                </a:lnTo>
                <a:lnTo>
                  <a:pt x="545568" y="285211"/>
                </a:lnTo>
              </a:path>
              <a:path w="552450" h="4451984">
                <a:moveTo>
                  <a:pt x="545568" y="285211"/>
                </a:moveTo>
                <a:lnTo>
                  <a:pt x="546073" y="267879"/>
                </a:lnTo>
                <a:lnTo>
                  <a:pt x="547935" y="197177"/>
                </a:lnTo>
                <a:lnTo>
                  <a:pt x="548853" y="158211"/>
                </a:lnTo>
              </a:path>
              <a:path w="552450" h="4451984">
                <a:moveTo>
                  <a:pt x="548853" y="158211"/>
                </a:moveTo>
                <a:lnTo>
                  <a:pt x="549606" y="126261"/>
                </a:lnTo>
                <a:lnTo>
                  <a:pt x="551083" y="55134"/>
                </a:lnTo>
                <a:lnTo>
                  <a:pt x="551514" y="31211"/>
                </a:lnTo>
              </a:path>
              <a:path w="552450" h="4451984">
                <a:moveTo>
                  <a:pt x="551514" y="31211"/>
                </a:moveTo>
                <a:lnTo>
                  <a:pt x="552076" y="0"/>
                </a:lnTo>
              </a:path>
            </a:pathLst>
          </a:custGeom>
          <a:ln w="3810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35587" y="665389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9"/>
                </a:lnTo>
                <a:lnTo>
                  <a:pt x="232927" y="916924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2"/>
                </a:lnTo>
                <a:lnTo>
                  <a:pt x="101119" y="796495"/>
                </a:lnTo>
                <a:lnTo>
                  <a:pt x="75539" y="759536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2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2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6"/>
                </a:lnTo>
                <a:lnTo>
                  <a:pt x="891344" y="796495"/>
                </a:lnTo>
                <a:lnTo>
                  <a:pt x="862607" y="830922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4"/>
                </a:lnTo>
                <a:lnTo>
                  <a:pt x="720251" y="939139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862573" y="2324200"/>
            <a:ext cx="5640705" cy="634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479" y="5835120"/>
            <a:ext cx="552450" cy="4451985"/>
          </a:xfrm>
          <a:custGeom>
            <a:avLst/>
            <a:gdLst/>
            <a:ahLst/>
            <a:cxnLst/>
            <a:rect l="l" t="t" r="r" b="b"/>
            <a:pathLst>
              <a:path w="552450" h="4451984">
                <a:moveTo>
                  <a:pt x="0" y="4451878"/>
                </a:moveTo>
                <a:lnTo>
                  <a:pt x="12021" y="4408507"/>
                </a:lnTo>
                <a:lnTo>
                  <a:pt x="24684" y="4361898"/>
                </a:lnTo>
                <a:lnTo>
                  <a:pt x="28063" y="4349212"/>
                </a:lnTo>
              </a:path>
              <a:path w="552450" h="4451984">
                <a:moveTo>
                  <a:pt x="28063" y="4349212"/>
                </a:moveTo>
                <a:lnTo>
                  <a:pt x="37225" y="4314809"/>
                </a:lnTo>
                <a:lnTo>
                  <a:pt x="49642" y="4267244"/>
                </a:lnTo>
                <a:lnTo>
                  <a:pt x="61166" y="4222212"/>
                </a:lnTo>
              </a:path>
              <a:path w="552450" h="4451984">
                <a:moveTo>
                  <a:pt x="61166" y="4222212"/>
                </a:moveTo>
                <a:lnTo>
                  <a:pt x="61935" y="4219206"/>
                </a:lnTo>
                <a:lnTo>
                  <a:pt x="74103" y="4170699"/>
                </a:lnTo>
                <a:lnTo>
                  <a:pt x="86145" y="4121728"/>
                </a:lnTo>
                <a:lnTo>
                  <a:pt x="92536" y="4095212"/>
                </a:lnTo>
              </a:path>
              <a:path w="552450" h="4451984">
                <a:moveTo>
                  <a:pt x="92536" y="4095212"/>
                </a:moveTo>
                <a:lnTo>
                  <a:pt x="98059" y="4072296"/>
                </a:lnTo>
                <a:lnTo>
                  <a:pt x="109844" y="4022407"/>
                </a:lnTo>
                <a:lnTo>
                  <a:pt x="121500" y="3972065"/>
                </a:lnTo>
                <a:lnTo>
                  <a:pt x="122375" y="3968212"/>
                </a:lnTo>
              </a:path>
              <a:path w="552450" h="4451984">
                <a:moveTo>
                  <a:pt x="122375" y="3968212"/>
                </a:moveTo>
                <a:lnTo>
                  <a:pt x="133026" y="3921273"/>
                </a:lnTo>
                <a:lnTo>
                  <a:pt x="144421" y="3870036"/>
                </a:lnTo>
                <a:lnTo>
                  <a:pt x="150702" y="3841212"/>
                </a:lnTo>
              </a:path>
              <a:path w="552450" h="4451984">
                <a:moveTo>
                  <a:pt x="150702" y="3841212"/>
                </a:moveTo>
                <a:lnTo>
                  <a:pt x="155683" y="3818357"/>
                </a:lnTo>
                <a:lnTo>
                  <a:pt x="166812" y="3766240"/>
                </a:lnTo>
                <a:lnTo>
                  <a:pt x="177701" y="3714190"/>
                </a:lnTo>
              </a:path>
              <a:path w="552450" h="4451984">
                <a:moveTo>
                  <a:pt x="177697" y="3714212"/>
                </a:moveTo>
                <a:lnTo>
                  <a:pt x="177806" y="3713690"/>
                </a:lnTo>
                <a:lnTo>
                  <a:pt x="188665" y="3660709"/>
                </a:lnTo>
                <a:lnTo>
                  <a:pt x="199387" y="3607302"/>
                </a:lnTo>
                <a:lnTo>
                  <a:pt x="203338" y="3587212"/>
                </a:lnTo>
              </a:path>
              <a:path w="552450" h="4451984">
                <a:moveTo>
                  <a:pt x="203338" y="3587212"/>
                </a:moveTo>
                <a:lnTo>
                  <a:pt x="209972" y="3553473"/>
                </a:lnTo>
                <a:lnTo>
                  <a:pt x="220419" y="3499225"/>
                </a:lnTo>
                <a:lnTo>
                  <a:pt x="227775" y="3460212"/>
                </a:lnTo>
              </a:path>
              <a:path w="552450" h="4451984">
                <a:moveTo>
                  <a:pt x="227775" y="3460212"/>
                </a:moveTo>
                <a:lnTo>
                  <a:pt x="230726" y="3444563"/>
                </a:lnTo>
                <a:lnTo>
                  <a:pt x="240893" y="3389489"/>
                </a:lnTo>
                <a:lnTo>
                  <a:pt x="250918" y="3334009"/>
                </a:lnTo>
                <a:lnTo>
                  <a:pt x="251059" y="3333212"/>
                </a:lnTo>
              </a:path>
              <a:path w="552450" h="4451984">
                <a:moveTo>
                  <a:pt x="251059" y="3333212"/>
                </a:moveTo>
                <a:lnTo>
                  <a:pt x="260801" y="3278126"/>
                </a:lnTo>
                <a:lnTo>
                  <a:pt x="270540" y="3221843"/>
                </a:lnTo>
                <a:lnTo>
                  <a:pt x="273187" y="3206212"/>
                </a:lnTo>
              </a:path>
              <a:path w="552450" h="4451984">
                <a:moveTo>
                  <a:pt x="273187" y="3206212"/>
                </a:moveTo>
                <a:lnTo>
                  <a:pt x="280135" y="3165165"/>
                </a:lnTo>
                <a:lnTo>
                  <a:pt x="289585" y="3108095"/>
                </a:lnTo>
                <a:lnTo>
                  <a:pt x="294261" y="3079212"/>
                </a:lnTo>
              </a:path>
              <a:path w="552450" h="4451984">
                <a:moveTo>
                  <a:pt x="294261" y="3079212"/>
                </a:moveTo>
                <a:lnTo>
                  <a:pt x="298888" y="3050638"/>
                </a:lnTo>
                <a:lnTo>
                  <a:pt x="308043" y="2992797"/>
                </a:lnTo>
                <a:lnTo>
                  <a:pt x="314322" y="2952212"/>
                </a:lnTo>
              </a:path>
              <a:path w="552450" h="4451984">
                <a:moveTo>
                  <a:pt x="314322" y="2952212"/>
                </a:moveTo>
                <a:lnTo>
                  <a:pt x="317050" y="2934576"/>
                </a:lnTo>
                <a:lnTo>
                  <a:pt x="325908" y="2875978"/>
                </a:lnTo>
                <a:lnTo>
                  <a:pt x="333403" y="2825212"/>
                </a:lnTo>
              </a:path>
              <a:path w="552450" h="4451984">
                <a:moveTo>
                  <a:pt x="333403" y="2825212"/>
                </a:moveTo>
                <a:lnTo>
                  <a:pt x="334615" y="2817009"/>
                </a:lnTo>
                <a:lnTo>
                  <a:pt x="343170" y="2757671"/>
                </a:lnTo>
                <a:lnTo>
                  <a:pt x="351539" y="2698207"/>
                </a:lnTo>
              </a:path>
              <a:path w="552450" h="4451984">
                <a:moveTo>
                  <a:pt x="351539" y="2698212"/>
                </a:moveTo>
                <a:lnTo>
                  <a:pt x="351573" y="2697968"/>
                </a:lnTo>
                <a:lnTo>
                  <a:pt x="359823" y="2637905"/>
                </a:lnTo>
                <a:lnTo>
                  <a:pt x="367917" y="2577484"/>
                </a:lnTo>
                <a:lnTo>
                  <a:pt x="368737" y="2571212"/>
                </a:lnTo>
              </a:path>
              <a:path w="552450" h="4451984">
                <a:moveTo>
                  <a:pt x="368737" y="2571212"/>
                </a:moveTo>
                <a:lnTo>
                  <a:pt x="375857" y="2516711"/>
                </a:lnTo>
                <a:lnTo>
                  <a:pt x="383640" y="2455589"/>
                </a:lnTo>
                <a:lnTo>
                  <a:pt x="385051" y="2444212"/>
                </a:lnTo>
              </a:path>
              <a:path w="552450" h="4451984">
                <a:moveTo>
                  <a:pt x="385051" y="2444212"/>
                </a:moveTo>
                <a:lnTo>
                  <a:pt x="391265" y="2394121"/>
                </a:lnTo>
                <a:lnTo>
                  <a:pt x="398732" y="2332312"/>
                </a:lnTo>
                <a:lnTo>
                  <a:pt x="400507" y="2317212"/>
                </a:lnTo>
              </a:path>
              <a:path w="552450" h="4451984">
                <a:moveTo>
                  <a:pt x="400507" y="2317212"/>
                </a:moveTo>
                <a:lnTo>
                  <a:pt x="406039" y="2270165"/>
                </a:lnTo>
                <a:lnTo>
                  <a:pt x="413186" y="2207684"/>
                </a:lnTo>
                <a:lnTo>
                  <a:pt x="415129" y="2190212"/>
                </a:lnTo>
              </a:path>
              <a:path w="552450" h="4451984">
                <a:moveTo>
                  <a:pt x="415129" y="2190212"/>
                </a:moveTo>
                <a:lnTo>
                  <a:pt x="420171" y="2144874"/>
                </a:lnTo>
                <a:lnTo>
                  <a:pt x="426993" y="2081737"/>
                </a:lnTo>
                <a:lnTo>
                  <a:pt x="428937" y="2063212"/>
                </a:lnTo>
              </a:path>
              <a:path w="552450" h="4451984">
                <a:moveTo>
                  <a:pt x="428937" y="2063212"/>
                </a:moveTo>
                <a:lnTo>
                  <a:pt x="433652" y="2018278"/>
                </a:lnTo>
                <a:lnTo>
                  <a:pt x="440146" y="1954501"/>
                </a:lnTo>
                <a:lnTo>
                  <a:pt x="441952" y="1936212"/>
                </a:lnTo>
              </a:path>
              <a:path w="552450" h="4451984">
                <a:moveTo>
                  <a:pt x="441952" y="1936212"/>
                </a:moveTo>
                <a:lnTo>
                  <a:pt x="446475" y="1890410"/>
                </a:lnTo>
                <a:lnTo>
                  <a:pt x="452637" y="1826007"/>
                </a:lnTo>
                <a:lnTo>
                  <a:pt x="454193" y="1809212"/>
                </a:lnTo>
              </a:path>
              <a:path w="552450" h="4451984">
                <a:moveTo>
                  <a:pt x="454193" y="1809212"/>
                </a:moveTo>
                <a:lnTo>
                  <a:pt x="458632" y="1761298"/>
                </a:lnTo>
                <a:lnTo>
                  <a:pt x="464458" y="1696286"/>
                </a:lnTo>
                <a:lnTo>
                  <a:pt x="465677" y="1682212"/>
                </a:lnTo>
              </a:path>
              <a:path w="552450" h="4451984">
                <a:moveTo>
                  <a:pt x="465677" y="1682212"/>
                </a:moveTo>
                <a:lnTo>
                  <a:pt x="470114" y="1630975"/>
                </a:lnTo>
                <a:lnTo>
                  <a:pt x="475600" y="1565369"/>
                </a:lnTo>
                <a:lnTo>
                  <a:pt x="476419" y="1555212"/>
                </a:lnTo>
              </a:path>
              <a:path w="552450" h="4451984">
                <a:moveTo>
                  <a:pt x="476419" y="1555212"/>
                </a:moveTo>
                <a:lnTo>
                  <a:pt x="480914" y="1499471"/>
                </a:lnTo>
                <a:lnTo>
                  <a:pt x="486055" y="1433286"/>
                </a:lnTo>
                <a:lnTo>
                  <a:pt x="491023" y="1366817"/>
                </a:lnTo>
                <a:lnTo>
                  <a:pt x="495735" y="1301206"/>
                </a:lnTo>
              </a:path>
              <a:path w="552450" h="4451984">
                <a:moveTo>
                  <a:pt x="495734" y="1301212"/>
                </a:moveTo>
                <a:lnTo>
                  <a:pt x="495817" y="1300068"/>
                </a:lnTo>
                <a:lnTo>
                  <a:pt x="500434" y="1233044"/>
                </a:lnTo>
                <a:lnTo>
                  <a:pt x="504316" y="1174212"/>
                </a:lnTo>
              </a:path>
              <a:path w="552450" h="4451984">
                <a:moveTo>
                  <a:pt x="504316" y="1174212"/>
                </a:moveTo>
                <a:lnTo>
                  <a:pt x="504875" y="1165747"/>
                </a:lnTo>
                <a:lnTo>
                  <a:pt x="509138" y="1098182"/>
                </a:lnTo>
                <a:lnTo>
                  <a:pt x="512207" y="1047212"/>
                </a:lnTo>
              </a:path>
              <a:path w="552450" h="4451984">
                <a:moveTo>
                  <a:pt x="512207" y="1047212"/>
                </a:moveTo>
                <a:lnTo>
                  <a:pt x="513223" y="1030352"/>
                </a:lnTo>
                <a:lnTo>
                  <a:pt x="517128" y="962262"/>
                </a:lnTo>
                <a:lnTo>
                  <a:pt x="519419" y="920212"/>
                </a:lnTo>
              </a:path>
              <a:path w="552450" h="4451984">
                <a:moveTo>
                  <a:pt x="519419" y="920212"/>
                </a:moveTo>
                <a:lnTo>
                  <a:pt x="520852" y="893915"/>
                </a:lnTo>
                <a:lnTo>
                  <a:pt x="524394" y="825316"/>
                </a:lnTo>
                <a:lnTo>
                  <a:pt x="525961" y="793212"/>
                </a:lnTo>
              </a:path>
              <a:path w="552450" h="4451984">
                <a:moveTo>
                  <a:pt x="525961" y="793212"/>
                </a:moveTo>
                <a:lnTo>
                  <a:pt x="527754" y="756467"/>
                </a:lnTo>
                <a:lnTo>
                  <a:pt x="530930" y="687374"/>
                </a:lnTo>
                <a:lnTo>
                  <a:pt x="531843" y="666212"/>
                </a:lnTo>
              </a:path>
              <a:path w="552450" h="4451984">
                <a:moveTo>
                  <a:pt x="531843" y="666212"/>
                </a:moveTo>
                <a:lnTo>
                  <a:pt x="533922" y="618038"/>
                </a:lnTo>
                <a:lnTo>
                  <a:pt x="536728" y="548466"/>
                </a:lnTo>
                <a:lnTo>
                  <a:pt x="539347" y="478660"/>
                </a:lnTo>
                <a:lnTo>
                  <a:pt x="541653" y="412207"/>
                </a:lnTo>
              </a:path>
              <a:path w="552450" h="4451984">
                <a:moveTo>
                  <a:pt x="541653" y="412211"/>
                </a:moveTo>
                <a:lnTo>
                  <a:pt x="541778" y="408624"/>
                </a:lnTo>
                <a:lnTo>
                  <a:pt x="544020" y="338363"/>
                </a:lnTo>
                <a:lnTo>
                  <a:pt x="545568" y="285211"/>
                </a:lnTo>
              </a:path>
              <a:path w="552450" h="4451984">
                <a:moveTo>
                  <a:pt x="545568" y="285211"/>
                </a:moveTo>
                <a:lnTo>
                  <a:pt x="546073" y="267879"/>
                </a:lnTo>
                <a:lnTo>
                  <a:pt x="547935" y="197177"/>
                </a:lnTo>
                <a:lnTo>
                  <a:pt x="548853" y="158211"/>
                </a:lnTo>
              </a:path>
              <a:path w="552450" h="4451984">
                <a:moveTo>
                  <a:pt x="548853" y="158211"/>
                </a:moveTo>
                <a:lnTo>
                  <a:pt x="549606" y="126261"/>
                </a:lnTo>
                <a:lnTo>
                  <a:pt x="551083" y="55134"/>
                </a:lnTo>
                <a:lnTo>
                  <a:pt x="551514" y="31211"/>
                </a:lnTo>
              </a:path>
              <a:path w="552450" h="4451984">
                <a:moveTo>
                  <a:pt x="551514" y="31211"/>
                </a:moveTo>
                <a:lnTo>
                  <a:pt x="552076" y="0"/>
                </a:lnTo>
              </a:path>
            </a:pathLst>
          </a:custGeom>
          <a:ln w="3810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46739" y="846650"/>
            <a:ext cx="6626859" cy="294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27961" y="4130802"/>
            <a:ext cx="11426190" cy="3397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972676" y="5310139"/>
            <a:ext cx="3550920" cy="4977130"/>
          </a:xfrm>
          <a:custGeom>
            <a:avLst/>
            <a:gdLst/>
            <a:ahLst/>
            <a:cxnLst/>
            <a:rect l="l" t="t" r="r" b="b"/>
            <a:pathLst>
              <a:path w="3550920" h="4977130">
                <a:moveTo>
                  <a:pt x="0" y="4976859"/>
                </a:moveTo>
                <a:lnTo>
                  <a:pt x="69025" y="4950270"/>
                </a:lnTo>
                <a:lnTo>
                  <a:pt x="111443" y="4933364"/>
                </a:lnTo>
                <a:lnTo>
                  <a:pt x="153687" y="4916117"/>
                </a:lnTo>
                <a:lnTo>
                  <a:pt x="195754" y="4898530"/>
                </a:lnTo>
                <a:lnTo>
                  <a:pt x="237645" y="4880606"/>
                </a:lnTo>
                <a:lnTo>
                  <a:pt x="279355" y="4862345"/>
                </a:lnTo>
                <a:lnTo>
                  <a:pt x="320885" y="4843751"/>
                </a:lnTo>
                <a:lnTo>
                  <a:pt x="362232" y="4824823"/>
                </a:lnTo>
                <a:lnTo>
                  <a:pt x="403395" y="4805565"/>
                </a:lnTo>
                <a:lnTo>
                  <a:pt x="444371" y="4785978"/>
                </a:lnTo>
                <a:lnTo>
                  <a:pt x="485160" y="4766063"/>
                </a:lnTo>
                <a:lnTo>
                  <a:pt x="525759" y="4745822"/>
                </a:lnTo>
                <a:lnTo>
                  <a:pt x="566166" y="4725257"/>
                </a:lnTo>
                <a:lnTo>
                  <a:pt x="606381" y="4704369"/>
                </a:lnTo>
                <a:lnTo>
                  <a:pt x="646401" y="4683161"/>
                </a:lnTo>
                <a:lnTo>
                  <a:pt x="686225" y="4661634"/>
                </a:lnTo>
                <a:lnTo>
                  <a:pt x="725850" y="4639789"/>
                </a:lnTo>
                <a:lnTo>
                  <a:pt x="765276" y="4617629"/>
                </a:lnTo>
                <a:lnTo>
                  <a:pt x="804500" y="4595155"/>
                </a:lnTo>
                <a:lnTo>
                  <a:pt x="843521" y="4572369"/>
                </a:lnTo>
                <a:lnTo>
                  <a:pt x="882338" y="4549272"/>
                </a:lnTo>
                <a:lnTo>
                  <a:pt x="920947" y="4525867"/>
                </a:lnTo>
                <a:lnTo>
                  <a:pt x="959349" y="4502154"/>
                </a:lnTo>
                <a:lnTo>
                  <a:pt x="997540" y="4478136"/>
                </a:lnTo>
                <a:lnTo>
                  <a:pt x="1035520" y="4453815"/>
                </a:lnTo>
                <a:lnTo>
                  <a:pt x="1073286" y="4429191"/>
                </a:lnTo>
                <a:lnTo>
                  <a:pt x="1110837" y="4404267"/>
                </a:lnTo>
                <a:lnTo>
                  <a:pt x="1148171" y="4379044"/>
                </a:lnTo>
                <a:lnTo>
                  <a:pt x="1185287" y="4353525"/>
                </a:lnTo>
                <a:lnTo>
                  <a:pt x="1222182" y="4327710"/>
                </a:lnTo>
                <a:lnTo>
                  <a:pt x="1258968" y="4301711"/>
                </a:lnTo>
                <a:lnTo>
                  <a:pt x="1295306" y="4275203"/>
                </a:lnTo>
                <a:lnTo>
                  <a:pt x="1331531" y="4248513"/>
                </a:lnTo>
                <a:lnTo>
                  <a:pt x="1367528" y="4221535"/>
                </a:lnTo>
                <a:lnTo>
                  <a:pt x="1403297" y="4194270"/>
                </a:lnTo>
                <a:lnTo>
                  <a:pt x="1438835" y="4166720"/>
                </a:lnTo>
                <a:lnTo>
                  <a:pt x="1474142" y="4138887"/>
                </a:lnTo>
                <a:lnTo>
                  <a:pt x="1509214" y="4110772"/>
                </a:lnTo>
                <a:lnTo>
                  <a:pt x="1544051" y="4082378"/>
                </a:lnTo>
                <a:lnTo>
                  <a:pt x="1578651" y="4053705"/>
                </a:lnTo>
                <a:lnTo>
                  <a:pt x="1613011" y="4024756"/>
                </a:lnTo>
                <a:lnTo>
                  <a:pt x="1647131" y="3995532"/>
                </a:lnTo>
                <a:lnTo>
                  <a:pt x="1681009" y="3966036"/>
                </a:lnTo>
                <a:lnTo>
                  <a:pt x="1714642" y="3936268"/>
                </a:lnTo>
                <a:lnTo>
                  <a:pt x="1748030" y="3906230"/>
                </a:lnTo>
                <a:lnTo>
                  <a:pt x="1781170" y="3875924"/>
                </a:lnTo>
                <a:lnTo>
                  <a:pt x="1814062" y="3845352"/>
                </a:lnTo>
                <a:lnTo>
                  <a:pt x="1846702" y="3814516"/>
                </a:lnTo>
                <a:lnTo>
                  <a:pt x="1879089" y="3783417"/>
                </a:lnTo>
                <a:lnTo>
                  <a:pt x="1911223" y="3752057"/>
                </a:lnTo>
                <a:lnTo>
                  <a:pt x="1943100" y="3720437"/>
                </a:lnTo>
                <a:lnTo>
                  <a:pt x="1974720" y="3688560"/>
                </a:lnTo>
                <a:lnTo>
                  <a:pt x="2006080" y="3656426"/>
                </a:lnTo>
                <a:lnTo>
                  <a:pt x="2037179" y="3624039"/>
                </a:lnTo>
                <a:lnTo>
                  <a:pt x="2068016" y="3591398"/>
                </a:lnTo>
                <a:lnTo>
                  <a:pt x="2098587" y="3558507"/>
                </a:lnTo>
                <a:lnTo>
                  <a:pt x="2128893" y="3525367"/>
                </a:lnTo>
                <a:lnTo>
                  <a:pt x="2158931" y="3491979"/>
                </a:lnTo>
                <a:lnTo>
                  <a:pt x="2188699" y="3458346"/>
                </a:lnTo>
                <a:lnTo>
                  <a:pt x="2218196" y="3424468"/>
                </a:lnTo>
                <a:lnTo>
                  <a:pt x="2247419" y="3390348"/>
                </a:lnTo>
                <a:lnTo>
                  <a:pt x="2276368" y="3355987"/>
                </a:lnTo>
                <a:lnTo>
                  <a:pt x="2305041" y="3321388"/>
                </a:lnTo>
                <a:lnTo>
                  <a:pt x="2333435" y="3286551"/>
                </a:lnTo>
                <a:lnTo>
                  <a:pt x="2361550" y="3251479"/>
                </a:lnTo>
                <a:lnTo>
                  <a:pt x="2389383" y="3216172"/>
                </a:lnTo>
                <a:lnTo>
                  <a:pt x="2416933" y="3180634"/>
                </a:lnTo>
                <a:lnTo>
                  <a:pt x="2444198" y="3144865"/>
                </a:lnTo>
                <a:lnTo>
                  <a:pt x="2471176" y="3108867"/>
                </a:lnTo>
                <a:lnTo>
                  <a:pt x="2497866" y="3072643"/>
                </a:lnTo>
                <a:lnTo>
                  <a:pt x="2524266" y="3036193"/>
                </a:lnTo>
                <a:lnTo>
                  <a:pt x="2550374" y="2999519"/>
                </a:lnTo>
                <a:lnTo>
                  <a:pt x="2576188" y="2962624"/>
                </a:lnTo>
                <a:lnTo>
                  <a:pt x="2601708" y="2925508"/>
                </a:lnTo>
                <a:lnTo>
                  <a:pt x="2626930" y="2888174"/>
                </a:lnTo>
                <a:lnTo>
                  <a:pt x="2651854" y="2850622"/>
                </a:lnTo>
                <a:lnTo>
                  <a:pt x="2676478" y="2812856"/>
                </a:lnTo>
                <a:lnTo>
                  <a:pt x="2700799" y="2774877"/>
                </a:lnTo>
                <a:lnTo>
                  <a:pt x="2724817" y="2736685"/>
                </a:lnTo>
                <a:lnTo>
                  <a:pt x="2748530" y="2698284"/>
                </a:lnTo>
                <a:lnTo>
                  <a:pt x="2771936" y="2659674"/>
                </a:lnTo>
                <a:lnTo>
                  <a:pt x="2795032" y="2620858"/>
                </a:lnTo>
                <a:lnTo>
                  <a:pt x="2817818" y="2581837"/>
                </a:lnTo>
                <a:lnTo>
                  <a:pt x="2840292" y="2542613"/>
                </a:lnTo>
                <a:lnTo>
                  <a:pt x="2862453" y="2503187"/>
                </a:lnTo>
                <a:lnTo>
                  <a:pt x="2884297" y="2463561"/>
                </a:lnTo>
                <a:lnTo>
                  <a:pt x="2905824" y="2423738"/>
                </a:lnTo>
                <a:lnTo>
                  <a:pt x="2927032" y="2383718"/>
                </a:lnTo>
                <a:lnTo>
                  <a:pt x="2947920" y="2343503"/>
                </a:lnTo>
                <a:lnTo>
                  <a:pt x="2968485" y="2303095"/>
                </a:lnTo>
                <a:lnTo>
                  <a:pt x="2988726" y="2262496"/>
                </a:lnTo>
                <a:lnTo>
                  <a:pt x="3008641" y="2221708"/>
                </a:lnTo>
                <a:lnTo>
                  <a:pt x="3028152" y="2180891"/>
                </a:lnTo>
                <a:lnTo>
                  <a:pt x="3028232" y="2180733"/>
                </a:lnTo>
                <a:lnTo>
                  <a:pt x="3047487" y="2139569"/>
                </a:lnTo>
                <a:lnTo>
                  <a:pt x="3066414" y="2098222"/>
                </a:lnTo>
                <a:lnTo>
                  <a:pt x="3085009" y="2056692"/>
                </a:lnTo>
                <a:lnTo>
                  <a:pt x="3103269" y="2014981"/>
                </a:lnTo>
                <a:lnTo>
                  <a:pt x="3121193" y="1973091"/>
                </a:lnTo>
                <a:lnTo>
                  <a:pt x="3138780" y="1931023"/>
                </a:lnTo>
                <a:lnTo>
                  <a:pt x="3156042" y="1888785"/>
                </a:lnTo>
                <a:lnTo>
                  <a:pt x="3172933" y="1846362"/>
                </a:lnTo>
                <a:lnTo>
                  <a:pt x="3189496" y="1803771"/>
                </a:lnTo>
                <a:lnTo>
                  <a:pt x="3205715" y="1761010"/>
                </a:lnTo>
                <a:lnTo>
                  <a:pt x="3221587" y="1718080"/>
                </a:lnTo>
                <a:lnTo>
                  <a:pt x="3237111" y="1674982"/>
                </a:lnTo>
                <a:lnTo>
                  <a:pt x="3252286" y="1631718"/>
                </a:lnTo>
                <a:lnTo>
                  <a:pt x="3267109" y="1588291"/>
                </a:lnTo>
                <a:lnTo>
                  <a:pt x="3281579" y="1544701"/>
                </a:lnTo>
                <a:lnTo>
                  <a:pt x="3295694" y="1500950"/>
                </a:lnTo>
                <a:lnTo>
                  <a:pt x="3309453" y="1457041"/>
                </a:lnTo>
                <a:lnTo>
                  <a:pt x="3322854" y="1412974"/>
                </a:lnTo>
                <a:lnTo>
                  <a:pt x="3335895" y="1368752"/>
                </a:lnTo>
                <a:lnTo>
                  <a:pt x="3348574" y="1324376"/>
                </a:lnTo>
                <a:lnTo>
                  <a:pt x="3360890" y="1279848"/>
                </a:lnTo>
                <a:lnTo>
                  <a:pt x="3372841" y="1235170"/>
                </a:lnTo>
                <a:lnTo>
                  <a:pt x="3384425" y="1190343"/>
                </a:lnTo>
                <a:lnTo>
                  <a:pt x="3395640" y="1145369"/>
                </a:lnTo>
                <a:lnTo>
                  <a:pt x="3406486" y="1100250"/>
                </a:lnTo>
                <a:lnTo>
                  <a:pt x="3416960" y="1054987"/>
                </a:lnTo>
                <a:lnTo>
                  <a:pt x="3427060" y="1009582"/>
                </a:lnTo>
                <a:lnTo>
                  <a:pt x="3436785" y="964037"/>
                </a:lnTo>
                <a:lnTo>
                  <a:pt x="3446133" y="918354"/>
                </a:lnTo>
                <a:lnTo>
                  <a:pt x="3455047" y="872816"/>
                </a:lnTo>
                <a:lnTo>
                  <a:pt x="3455111" y="872535"/>
                </a:lnTo>
                <a:lnTo>
                  <a:pt x="3463692" y="826578"/>
                </a:lnTo>
                <a:lnTo>
                  <a:pt x="3471899" y="780490"/>
                </a:lnTo>
                <a:lnTo>
                  <a:pt x="3479722" y="734269"/>
                </a:lnTo>
                <a:lnTo>
                  <a:pt x="3487160" y="687919"/>
                </a:lnTo>
                <a:lnTo>
                  <a:pt x="3494211" y="641441"/>
                </a:lnTo>
                <a:lnTo>
                  <a:pt x="3500873" y="594836"/>
                </a:lnTo>
                <a:lnTo>
                  <a:pt x="3507144" y="548106"/>
                </a:lnTo>
                <a:lnTo>
                  <a:pt x="3513023" y="501253"/>
                </a:lnTo>
                <a:lnTo>
                  <a:pt x="3518509" y="454279"/>
                </a:lnTo>
                <a:lnTo>
                  <a:pt x="3523598" y="407185"/>
                </a:lnTo>
                <a:lnTo>
                  <a:pt x="3528290" y="359973"/>
                </a:lnTo>
                <a:lnTo>
                  <a:pt x="3532459" y="314016"/>
                </a:lnTo>
                <a:lnTo>
                  <a:pt x="3532603" y="312646"/>
                </a:lnTo>
                <a:lnTo>
                  <a:pt x="3536475" y="265201"/>
                </a:lnTo>
                <a:lnTo>
                  <a:pt x="3539965" y="217645"/>
                </a:lnTo>
                <a:lnTo>
                  <a:pt x="3543051" y="169978"/>
                </a:lnTo>
                <a:lnTo>
                  <a:pt x="3545656" y="123523"/>
                </a:lnTo>
                <a:lnTo>
                  <a:pt x="3545738" y="122202"/>
                </a:lnTo>
                <a:lnTo>
                  <a:pt x="3548003" y="74317"/>
                </a:lnTo>
                <a:lnTo>
                  <a:pt x="3549865" y="26326"/>
                </a:lnTo>
                <a:lnTo>
                  <a:pt x="3550660" y="0"/>
                </a:lnTo>
              </a:path>
            </a:pathLst>
          </a:custGeom>
          <a:ln w="17144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436334" y="4150243"/>
            <a:ext cx="635" cy="1270"/>
          </a:xfrm>
          <a:custGeom>
            <a:avLst/>
            <a:gdLst/>
            <a:ahLst/>
            <a:cxnLst/>
            <a:rect l="l" t="t" r="r" b="b"/>
            <a:pathLst>
              <a:path w="635" h="1270">
                <a:moveTo>
                  <a:pt x="160" y="700"/>
                </a:moveTo>
                <a:lnTo>
                  <a:pt x="0" y="0"/>
                </a:lnTo>
              </a:path>
            </a:pathLst>
          </a:custGeom>
          <a:ln w="17144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389609" y="3921834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140" y="506"/>
                </a:moveTo>
                <a:lnTo>
                  <a:pt x="0" y="0"/>
                </a:lnTo>
              </a:path>
            </a:pathLst>
          </a:custGeom>
          <a:ln w="17144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111445" y="3045795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5">
                <a:moveTo>
                  <a:pt x="107" y="231"/>
                </a:moveTo>
                <a:lnTo>
                  <a:pt x="0" y="0"/>
                </a:lnTo>
              </a:path>
            </a:pathLst>
          </a:custGeom>
          <a:ln w="17144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28923" y="9140064"/>
            <a:ext cx="942975" cy="236854"/>
          </a:xfrm>
          <a:custGeom>
            <a:avLst/>
            <a:gdLst/>
            <a:ahLst/>
            <a:cxnLst/>
            <a:rect l="l" t="t" r="r" b="b"/>
            <a:pathLst>
              <a:path w="942975" h="236854">
                <a:moveTo>
                  <a:pt x="118169" y="236339"/>
                </a:moveTo>
                <a:lnTo>
                  <a:pt x="72161" y="227056"/>
                </a:lnTo>
                <a:lnTo>
                  <a:pt x="34601" y="201737"/>
                </a:lnTo>
                <a:lnTo>
                  <a:pt x="9282" y="164177"/>
                </a:lnTo>
                <a:lnTo>
                  <a:pt x="0" y="118169"/>
                </a:lnTo>
                <a:lnTo>
                  <a:pt x="9282" y="72161"/>
                </a:lnTo>
                <a:lnTo>
                  <a:pt x="34601" y="34601"/>
                </a:lnTo>
                <a:lnTo>
                  <a:pt x="72161" y="9282"/>
                </a:lnTo>
                <a:lnTo>
                  <a:pt x="118169" y="0"/>
                </a:lnTo>
                <a:lnTo>
                  <a:pt x="164177" y="9282"/>
                </a:lnTo>
                <a:lnTo>
                  <a:pt x="201737" y="34601"/>
                </a:lnTo>
                <a:lnTo>
                  <a:pt x="227056" y="72161"/>
                </a:lnTo>
                <a:lnTo>
                  <a:pt x="236339" y="118169"/>
                </a:lnTo>
                <a:lnTo>
                  <a:pt x="227056" y="164177"/>
                </a:lnTo>
                <a:lnTo>
                  <a:pt x="201737" y="201737"/>
                </a:lnTo>
                <a:lnTo>
                  <a:pt x="164177" y="227056"/>
                </a:lnTo>
                <a:lnTo>
                  <a:pt x="118169" y="236339"/>
                </a:lnTo>
                <a:close/>
              </a:path>
              <a:path w="942975" h="236854">
                <a:moveTo>
                  <a:pt x="827186" y="236339"/>
                </a:moveTo>
                <a:lnTo>
                  <a:pt x="781179" y="227056"/>
                </a:lnTo>
                <a:lnTo>
                  <a:pt x="743618" y="201737"/>
                </a:lnTo>
                <a:lnTo>
                  <a:pt x="718299" y="164177"/>
                </a:lnTo>
                <a:lnTo>
                  <a:pt x="709017" y="118169"/>
                </a:lnTo>
                <a:lnTo>
                  <a:pt x="718299" y="72161"/>
                </a:lnTo>
                <a:lnTo>
                  <a:pt x="743618" y="34601"/>
                </a:lnTo>
                <a:lnTo>
                  <a:pt x="781179" y="9282"/>
                </a:lnTo>
                <a:lnTo>
                  <a:pt x="827186" y="0"/>
                </a:lnTo>
                <a:lnTo>
                  <a:pt x="873194" y="9282"/>
                </a:lnTo>
                <a:lnTo>
                  <a:pt x="910754" y="34601"/>
                </a:lnTo>
                <a:lnTo>
                  <a:pt x="936073" y="72161"/>
                </a:lnTo>
                <a:lnTo>
                  <a:pt x="942751" y="105260"/>
                </a:lnTo>
                <a:lnTo>
                  <a:pt x="942751" y="131078"/>
                </a:lnTo>
                <a:lnTo>
                  <a:pt x="936073" y="164177"/>
                </a:lnTo>
                <a:lnTo>
                  <a:pt x="910754" y="201737"/>
                </a:lnTo>
                <a:lnTo>
                  <a:pt x="873194" y="227056"/>
                </a:lnTo>
                <a:lnTo>
                  <a:pt x="827186" y="236339"/>
                </a:lnTo>
                <a:close/>
              </a:path>
              <a:path w="942975" h="236854">
                <a:moveTo>
                  <a:pt x="472678" y="236339"/>
                </a:moveTo>
                <a:lnTo>
                  <a:pt x="426670" y="227056"/>
                </a:lnTo>
                <a:lnTo>
                  <a:pt x="389110" y="201737"/>
                </a:lnTo>
                <a:lnTo>
                  <a:pt x="363791" y="164177"/>
                </a:lnTo>
                <a:lnTo>
                  <a:pt x="354508" y="118169"/>
                </a:lnTo>
                <a:lnTo>
                  <a:pt x="363791" y="72161"/>
                </a:lnTo>
                <a:lnTo>
                  <a:pt x="389110" y="34601"/>
                </a:lnTo>
                <a:lnTo>
                  <a:pt x="426670" y="9282"/>
                </a:lnTo>
                <a:lnTo>
                  <a:pt x="472678" y="0"/>
                </a:lnTo>
                <a:lnTo>
                  <a:pt x="518685" y="9282"/>
                </a:lnTo>
                <a:lnTo>
                  <a:pt x="556246" y="34601"/>
                </a:lnTo>
                <a:lnTo>
                  <a:pt x="581564" y="72161"/>
                </a:lnTo>
                <a:lnTo>
                  <a:pt x="590847" y="118169"/>
                </a:lnTo>
                <a:lnTo>
                  <a:pt x="581564" y="164177"/>
                </a:lnTo>
                <a:lnTo>
                  <a:pt x="556246" y="201737"/>
                </a:lnTo>
                <a:lnTo>
                  <a:pt x="518685" y="227056"/>
                </a:lnTo>
                <a:lnTo>
                  <a:pt x="472678" y="236339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6384896" y="5603635"/>
            <a:ext cx="1903730" cy="4683760"/>
          </a:xfrm>
          <a:custGeom>
            <a:avLst/>
            <a:gdLst/>
            <a:ahLst/>
            <a:cxnLst/>
            <a:rect l="l" t="t" r="r" b="b"/>
            <a:pathLst>
              <a:path w="1903730" h="4683759">
                <a:moveTo>
                  <a:pt x="1903102" y="4683364"/>
                </a:moveTo>
                <a:lnTo>
                  <a:pt x="642906" y="4683364"/>
                </a:lnTo>
                <a:lnTo>
                  <a:pt x="595203" y="4616527"/>
                </a:lnTo>
                <a:lnTo>
                  <a:pt x="542824" y="4540327"/>
                </a:lnTo>
                <a:lnTo>
                  <a:pt x="492568" y="4464127"/>
                </a:lnTo>
                <a:lnTo>
                  <a:pt x="444479" y="4387927"/>
                </a:lnTo>
                <a:lnTo>
                  <a:pt x="421261" y="4349827"/>
                </a:lnTo>
                <a:lnTo>
                  <a:pt x="398601" y="4311727"/>
                </a:lnTo>
                <a:lnTo>
                  <a:pt x="376505" y="4273627"/>
                </a:lnTo>
                <a:lnTo>
                  <a:pt x="354979" y="4235527"/>
                </a:lnTo>
                <a:lnTo>
                  <a:pt x="334027" y="4197427"/>
                </a:lnTo>
                <a:lnTo>
                  <a:pt x="313657" y="4159327"/>
                </a:lnTo>
                <a:lnTo>
                  <a:pt x="293872" y="4121227"/>
                </a:lnTo>
                <a:lnTo>
                  <a:pt x="274679" y="4070427"/>
                </a:lnTo>
                <a:lnTo>
                  <a:pt x="256083" y="4032327"/>
                </a:lnTo>
                <a:lnTo>
                  <a:pt x="238090" y="3994227"/>
                </a:lnTo>
                <a:lnTo>
                  <a:pt x="220705" y="3943427"/>
                </a:lnTo>
                <a:lnTo>
                  <a:pt x="203934" y="3905327"/>
                </a:lnTo>
                <a:lnTo>
                  <a:pt x="187783" y="3867227"/>
                </a:lnTo>
                <a:lnTo>
                  <a:pt x="172256" y="3816427"/>
                </a:lnTo>
                <a:lnTo>
                  <a:pt x="157360" y="3778327"/>
                </a:lnTo>
                <a:lnTo>
                  <a:pt x="143100" y="3740227"/>
                </a:lnTo>
                <a:lnTo>
                  <a:pt x="129481" y="3689427"/>
                </a:lnTo>
                <a:lnTo>
                  <a:pt x="116509" y="3651327"/>
                </a:lnTo>
                <a:lnTo>
                  <a:pt x="104191" y="3600527"/>
                </a:lnTo>
                <a:lnTo>
                  <a:pt x="92530" y="3562427"/>
                </a:lnTo>
                <a:lnTo>
                  <a:pt x="81533" y="3511627"/>
                </a:lnTo>
                <a:lnTo>
                  <a:pt x="71205" y="3473527"/>
                </a:lnTo>
                <a:lnTo>
                  <a:pt x="61553" y="3422727"/>
                </a:lnTo>
                <a:lnTo>
                  <a:pt x="52580" y="3371927"/>
                </a:lnTo>
                <a:lnTo>
                  <a:pt x="44294" y="3333827"/>
                </a:lnTo>
                <a:lnTo>
                  <a:pt x="36699" y="3283027"/>
                </a:lnTo>
                <a:lnTo>
                  <a:pt x="29801" y="3244927"/>
                </a:lnTo>
                <a:lnTo>
                  <a:pt x="23605" y="3194127"/>
                </a:lnTo>
                <a:lnTo>
                  <a:pt x="18118" y="3143327"/>
                </a:lnTo>
                <a:lnTo>
                  <a:pt x="13344" y="3092527"/>
                </a:lnTo>
                <a:lnTo>
                  <a:pt x="9290" y="3054427"/>
                </a:lnTo>
                <a:lnTo>
                  <a:pt x="5960" y="3003627"/>
                </a:lnTo>
                <a:lnTo>
                  <a:pt x="1497" y="2914727"/>
                </a:lnTo>
                <a:lnTo>
                  <a:pt x="375" y="2863927"/>
                </a:lnTo>
                <a:lnTo>
                  <a:pt x="0" y="2813127"/>
                </a:lnTo>
                <a:lnTo>
                  <a:pt x="375" y="2762327"/>
                </a:lnTo>
                <a:lnTo>
                  <a:pt x="1497" y="2711527"/>
                </a:lnTo>
                <a:lnTo>
                  <a:pt x="5960" y="2622627"/>
                </a:lnTo>
                <a:lnTo>
                  <a:pt x="9290" y="2571827"/>
                </a:lnTo>
                <a:lnTo>
                  <a:pt x="13344" y="2521027"/>
                </a:lnTo>
                <a:lnTo>
                  <a:pt x="18118" y="2482927"/>
                </a:lnTo>
                <a:lnTo>
                  <a:pt x="23605" y="2432127"/>
                </a:lnTo>
                <a:lnTo>
                  <a:pt x="29801" y="2381327"/>
                </a:lnTo>
                <a:lnTo>
                  <a:pt x="36699" y="2343227"/>
                </a:lnTo>
                <a:lnTo>
                  <a:pt x="44294" y="2292427"/>
                </a:lnTo>
                <a:lnTo>
                  <a:pt x="52580" y="2241627"/>
                </a:lnTo>
                <a:lnTo>
                  <a:pt x="61553" y="2203527"/>
                </a:lnTo>
                <a:lnTo>
                  <a:pt x="71205" y="2152727"/>
                </a:lnTo>
                <a:lnTo>
                  <a:pt x="81533" y="2114627"/>
                </a:lnTo>
                <a:lnTo>
                  <a:pt x="92530" y="2063827"/>
                </a:lnTo>
                <a:lnTo>
                  <a:pt x="104191" y="2025727"/>
                </a:lnTo>
                <a:lnTo>
                  <a:pt x="116509" y="1974927"/>
                </a:lnTo>
                <a:lnTo>
                  <a:pt x="129481" y="1936827"/>
                </a:lnTo>
                <a:lnTo>
                  <a:pt x="143100" y="1886027"/>
                </a:lnTo>
                <a:lnTo>
                  <a:pt x="157360" y="1847927"/>
                </a:lnTo>
                <a:lnTo>
                  <a:pt x="172256" y="1797127"/>
                </a:lnTo>
                <a:lnTo>
                  <a:pt x="187783" y="1759027"/>
                </a:lnTo>
                <a:lnTo>
                  <a:pt x="203934" y="1720927"/>
                </a:lnTo>
                <a:lnTo>
                  <a:pt x="220705" y="1670127"/>
                </a:lnTo>
                <a:lnTo>
                  <a:pt x="238090" y="1632027"/>
                </a:lnTo>
                <a:lnTo>
                  <a:pt x="256083" y="1593927"/>
                </a:lnTo>
                <a:lnTo>
                  <a:pt x="274679" y="1555827"/>
                </a:lnTo>
                <a:lnTo>
                  <a:pt x="293872" y="1505027"/>
                </a:lnTo>
                <a:lnTo>
                  <a:pt x="313657" y="1466927"/>
                </a:lnTo>
                <a:lnTo>
                  <a:pt x="334027" y="1428827"/>
                </a:lnTo>
                <a:lnTo>
                  <a:pt x="354979" y="1390727"/>
                </a:lnTo>
                <a:lnTo>
                  <a:pt x="376505" y="1352627"/>
                </a:lnTo>
                <a:lnTo>
                  <a:pt x="398601" y="1314527"/>
                </a:lnTo>
                <a:lnTo>
                  <a:pt x="421261" y="1276427"/>
                </a:lnTo>
                <a:lnTo>
                  <a:pt x="444479" y="1225627"/>
                </a:lnTo>
                <a:lnTo>
                  <a:pt x="468250" y="1187527"/>
                </a:lnTo>
                <a:lnTo>
                  <a:pt x="492568" y="1162127"/>
                </a:lnTo>
                <a:lnTo>
                  <a:pt x="542824" y="1085927"/>
                </a:lnTo>
                <a:lnTo>
                  <a:pt x="595203" y="1009727"/>
                </a:lnTo>
                <a:lnTo>
                  <a:pt x="649660" y="933527"/>
                </a:lnTo>
                <a:lnTo>
                  <a:pt x="677655" y="908127"/>
                </a:lnTo>
                <a:lnTo>
                  <a:pt x="735146" y="831927"/>
                </a:lnTo>
                <a:lnTo>
                  <a:pt x="764632" y="806527"/>
                </a:lnTo>
                <a:lnTo>
                  <a:pt x="825058" y="730327"/>
                </a:lnTo>
                <a:lnTo>
                  <a:pt x="855986" y="704927"/>
                </a:lnTo>
                <a:lnTo>
                  <a:pt x="887384" y="666827"/>
                </a:lnTo>
                <a:lnTo>
                  <a:pt x="919246" y="641427"/>
                </a:lnTo>
                <a:lnTo>
                  <a:pt x="951567" y="603327"/>
                </a:lnTo>
                <a:lnTo>
                  <a:pt x="1017562" y="552527"/>
                </a:lnTo>
                <a:lnTo>
                  <a:pt x="1051225" y="514427"/>
                </a:lnTo>
                <a:lnTo>
                  <a:pt x="1119855" y="463627"/>
                </a:lnTo>
                <a:lnTo>
                  <a:pt x="1154811" y="438227"/>
                </a:lnTo>
                <a:lnTo>
                  <a:pt x="1190187" y="400127"/>
                </a:lnTo>
                <a:lnTo>
                  <a:pt x="1262174" y="349327"/>
                </a:lnTo>
                <a:lnTo>
                  <a:pt x="1335775" y="298527"/>
                </a:lnTo>
                <a:lnTo>
                  <a:pt x="1449102" y="222327"/>
                </a:lnTo>
                <a:lnTo>
                  <a:pt x="1487635" y="209627"/>
                </a:lnTo>
                <a:lnTo>
                  <a:pt x="1605434" y="133427"/>
                </a:lnTo>
                <a:lnTo>
                  <a:pt x="1645414" y="120727"/>
                </a:lnTo>
                <a:lnTo>
                  <a:pt x="1685741" y="95327"/>
                </a:lnTo>
                <a:lnTo>
                  <a:pt x="1726411" y="82627"/>
                </a:lnTo>
                <a:lnTo>
                  <a:pt x="1767417" y="57227"/>
                </a:lnTo>
                <a:lnTo>
                  <a:pt x="1808754" y="44527"/>
                </a:lnTo>
                <a:lnTo>
                  <a:pt x="1850417" y="19127"/>
                </a:lnTo>
                <a:lnTo>
                  <a:pt x="1892399" y="6427"/>
                </a:lnTo>
                <a:lnTo>
                  <a:pt x="1903102" y="0"/>
                </a:lnTo>
                <a:lnTo>
                  <a:pt x="1903102" y="468336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727153" y="6964429"/>
            <a:ext cx="582295" cy="3322954"/>
          </a:xfrm>
          <a:custGeom>
            <a:avLst/>
            <a:gdLst/>
            <a:ahLst/>
            <a:cxnLst/>
            <a:rect l="l" t="t" r="r" b="b"/>
            <a:pathLst>
              <a:path w="582294" h="3322954">
                <a:moveTo>
                  <a:pt x="582095" y="3322570"/>
                </a:moveTo>
                <a:lnTo>
                  <a:pt x="554793" y="3322570"/>
                </a:lnTo>
                <a:lnTo>
                  <a:pt x="540716" y="3302614"/>
                </a:lnTo>
                <a:lnTo>
                  <a:pt x="513595" y="3262841"/>
                </a:lnTo>
                <a:lnTo>
                  <a:pt x="487121" y="3222662"/>
                </a:lnTo>
                <a:lnTo>
                  <a:pt x="461297" y="3182082"/>
                </a:lnTo>
                <a:lnTo>
                  <a:pt x="436127" y="3141111"/>
                </a:lnTo>
                <a:lnTo>
                  <a:pt x="411616" y="3099756"/>
                </a:lnTo>
                <a:lnTo>
                  <a:pt x="387769" y="3058024"/>
                </a:lnTo>
                <a:lnTo>
                  <a:pt x="364588" y="3015924"/>
                </a:lnTo>
                <a:lnTo>
                  <a:pt x="342079" y="2973463"/>
                </a:lnTo>
                <a:lnTo>
                  <a:pt x="320246" y="2930648"/>
                </a:lnTo>
                <a:lnTo>
                  <a:pt x="299093" y="2887488"/>
                </a:lnTo>
                <a:lnTo>
                  <a:pt x="278624" y="2843991"/>
                </a:lnTo>
                <a:lnTo>
                  <a:pt x="258843" y="2800163"/>
                </a:lnTo>
                <a:lnTo>
                  <a:pt x="239755" y="2756013"/>
                </a:lnTo>
                <a:lnTo>
                  <a:pt x="221364" y="2711549"/>
                </a:lnTo>
                <a:lnTo>
                  <a:pt x="203673" y="2666778"/>
                </a:lnTo>
                <a:lnTo>
                  <a:pt x="186688" y="2621708"/>
                </a:lnTo>
                <a:lnTo>
                  <a:pt x="170413" y="2576347"/>
                </a:lnTo>
                <a:lnTo>
                  <a:pt x="154851" y="2530703"/>
                </a:lnTo>
                <a:lnTo>
                  <a:pt x="140007" y="2484783"/>
                </a:lnTo>
                <a:lnTo>
                  <a:pt x="125885" y="2438594"/>
                </a:lnTo>
                <a:lnTo>
                  <a:pt x="112490" y="2392146"/>
                </a:lnTo>
                <a:lnTo>
                  <a:pt x="99825" y="2345445"/>
                </a:lnTo>
                <a:lnTo>
                  <a:pt x="87895" y="2298499"/>
                </a:lnTo>
                <a:lnTo>
                  <a:pt x="76705" y="2251316"/>
                </a:lnTo>
                <a:lnTo>
                  <a:pt x="66257" y="2203904"/>
                </a:lnTo>
                <a:lnTo>
                  <a:pt x="56557" y="2156270"/>
                </a:lnTo>
                <a:lnTo>
                  <a:pt x="47609" y="2108423"/>
                </a:lnTo>
                <a:lnTo>
                  <a:pt x="39416" y="2060369"/>
                </a:lnTo>
                <a:lnTo>
                  <a:pt x="31984" y="2012117"/>
                </a:lnTo>
                <a:lnTo>
                  <a:pt x="25316" y="1963675"/>
                </a:lnTo>
                <a:lnTo>
                  <a:pt x="19417" y="1915050"/>
                </a:lnTo>
                <a:lnTo>
                  <a:pt x="14291" y="1866249"/>
                </a:lnTo>
                <a:lnTo>
                  <a:pt x="9942" y="1817282"/>
                </a:lnTo>
                <a:lnTo>
                  <a:pt x="6374" y="1768155"/>
                </a:lnTo>
                <a:lnTo>
                  <a:pt x="3591" y="1718876"/>
                </a:lnTo>
                <a:lnTo>
                  <a:pt x="1599" y="1669453"/>
                </a:lnTo>
                <a:lnTo>
                  <a:pt x="400" y="1619893"/>
                </a:lnTo>
                <a:lnTo>
                  <a:pt x="0" y="1570205"/>
                </a:lnTo>
                <a:lnTo>
                  <a:pt x="414" y="1519786"/>
                </a:lnTo>
                <a:lnTo>
                  <a:pt x="1655" y="1469438"/>
                </a:lnTo>
                <a:lnTo>
                  <a:pt x="3721" y="1419169"/>
                </a:lnTo>
                <a:lnTo>
                  <a:pt x="6609" y="1368990"/>
                </a:lnTo>
                <a:lnTo>
                  <a:pt x="10317" y="1318913"/>
                </a:lnTo>
                <a:lnTo>
                  <a:pt x="14841" y="1268947"/>
                </a:lnTo>
                <a:lnTo>
                  <a:pt x="20180" y="1219103"/>
                </a:lnTo>
                <a:lnTo>
                  <a:pt x="26331" y="1169390"/>
                </a:lnTo>
                <a:lnTo>
                  <a:pt x="33292" y="1119821"/>
                </a:lnTo>
                <a:lnTo>
                  <a:pt x="41059" y="1070404"/>
                </a:lnTo>
                <a:lnTo>
                  <a:pt x="49631" y="1021151"/>
                </a:lnTo>
                <a:lnTo>
                  <a:pt x="59005" y="972071"/>
                </a:lnTo>
                <a:lnTo>
                  <a:pt x="69178" y="923176"/>
                </a:lnTo>
                <a:lnTo>
                  <a:pt x="80148" y="874476"/>
                </a:lnTo>
                <a:lnTo>
                  <a:pt x="91913" y="825980"/>
                </a:lnTo>
                <a:lnTo>
                  <a:pt x="104469" y="777700"/>
                </a:lnTo>
                <a:lnTo>
                  <a:pt x="117814" y="729646"/>
                </a:lnTo>
                <a:lnTo>
                  <a:pt x="131947" y="681828"/>
                </a:lnTo>
                <a:lnTo>
                  <a:pt x="146864" y="634257"/>
                </a:lnTo>
                <a:lnTo>
                  <a:pt x="162562" y="586943"/>
                </a:lnTo>
                <a:lnTo>
                  <a:pt x="179040" y="539897"/>
                </a:lnTo>
                <a:lnTo>
                  <a:pt x="196295" y="493128"/>
                </a:lnTo>
                <a:lnTo>
                  <a:pt x="214324" y="446648"/>
                </a:lnTo>
                <a:lnTo>
                  <a:pt x="233125" y="400467"/>
                </a:lnTo>
                <a:lnTo>
                  <a:pt x="252695" y="354595"/>
                </a:lnTo>
                <a:lnTo>
                  <a:pt x="273032" y="309042"/>
                </a:lnTo>
                <a:lnTo>
                  <a:pt x="294132" y="263820"/>
                </a:lnTo>
                <a:lnTo>
                  <a:pt x="315995" y="218938"/>
                </a:lnTo>
                <a:lnTo>
                  <a:pt x="338617" y="174407"/>
                </a:lnTo>
                <a:lnTo>
                  <a:pt x="361995" y="130237"/>
                </a:lnTo>
                <a:lnTo>
                  <a:pt x="386128" y="86439"/>
                </a:lnTo>
                <a:lnTo>
                  <a:pt x="411012" y="43023"/>
                </a:lnTo>
                <a:lnTo>
                  <a:pt x="436646" y="0"/>
                </a:lnTo>
                <a:lnTo>
                  <a:pt x="456004" y="10754"/>
                </a:lnTo>
                <a:lnTo>
                  <a:pt x="430566" y="53576"/>
                </a:lnTo>
                <a:lnTo>
                  <a:pt x="405877" y="96779"/>
                </a:lnTo>
                <a:lnTo>
                  <a:pt x="381939" y="140354"/>
                </a:lnTo>
                <a:lnTo>
                  <a:pt x="358754" y="184289"/>
                </a:lnTo>
                <a:lnTo>
                  <a:pt x="336324" y="228574"/>
                </a:lnTo>
                <a:lnTo>
                  <a:pt x="314651" y="273201"/>
                </a:lnTo>
                <a:lnTo>
                  <a:pt x="293738" y="318159"/>
                </a:lnTo>
                <a:lnTo>
                  <a:pt x="273587" y="363437"/>
                </a:lnTo>
                <a:lnTo>
                  <a:pt x="254200" y="409026"/>
                </a:lnTo>
                <a:lnTo>
                  <a:pt x="235578" y="454915"/>
                </a:lnTo>
                <a:lnTo>
                  <a:pt x="217725" y="501095"/>
                </a:lnTo>
                <a:lnTo>
                  <a:pt x="200642" y="547555"/>
                </a:lnTo>
                <a:lnTo>
                  <a:pt x="184332" y="594286"/>
                </a:lnTo>
                <a:lnTo>
                  <a:pt x="168796" y="641277"/>
                </a:lnTo>
                <a:lnTo>
                  <a:pt x="154037" y="688519"/>
                </a:lnTo>
                <a:lnTo>
                  <a:pt x="140057" y="736001"/>
                </a:lnTo>
                <a:lnTo>
                  <a:pt x="126858" y="783713"/>
                </a:lnTo>
                <a:lnTo>
                  <a:pt x="114442" y="831645"/>
                </a:lnTo>
                <a:lnTo>
                  <a:pt x="102811" y="879787"/>
                </a:lnTo>
                <a:lnTo>
                  <a:pt x="91969" y="928129"/>
                </a:lnTo>
                <a:lnTo>
                  <a:pt x="81915" y="976661"/>
                </a:lnTo>
                <a:lnTo>
                  <a:pt x="72654" y="1025373"/>
                </a:lnTo>
                <a:lnTo>
                  <a:pt x="64187" y="1074255"/>
                </a:lnTo>
                <a:lnTo>
                  <a:pt x="56516" y="1123297"/>
                </a:lnTo>
                <a:lnTo>
                  <a:pt x="49643" y="1172488"/>
                </a:lnTo>
                <a:lnTo>
                  <a:pt x="43571" y="1221820"/>
                </a:lnTo>
                <a:lnTo>
                  <a:pt x="38301" y="1271281"/>
                </a:lnTo>
                <a:lnTo>
                  <a:pt x="33837" y="1320861"/>
                </a:lnTo>
                <a:lnTo>
                  <a:pt x="30179" y="1370551"/>
                </a:lnTo>
                <a:lnTo>
                  <a:pt x="27330" y="1420340"/>
                </a:lnTo>
                <a:lnTo>
                  <a:pt x="25293" y="1470219"/>
                </a:lnTo>
                <a:lnTo>
                  <a:pt x="24068" y="1520178"/>
                </a:lnTo>
                <a:lnTo>
                  <a:pt x="23660" y="1570205"/>
                </a:lnTo>
                <a:lnTo>
                  <a:pt x="24070" y="1620389"/>
                </a:lnTo>
                <a:lnTo>
                  <a:pt x="25298" y="1670441"/>
                </a:lnTo>
                <a:lnTo>
                  <a:pt x="27339" y="1720351"/>
                </a:lnTo>
                <a:lnTo>
                  <a:pt x="30189" y="1770112"/>
                </a:lnTo>
                <a:lnTo>
                  <a:pt x="33844" y="1819716"/>
                </a:lnTo>
                <a:lnTo>
                  <a:pt x="38298" y="1869155"/>
                </a:lnTo>
                <a:lnTo>
                  <a:pt x="43549" y="1918420"/>
                </a:lnTo>
                <a:lnTo>
                  <a:pt x="49590" y="1967505"/>
                </a:lnTo>
                <a:lnTo>
                  <a:pt x="56419" y="2016399"/>
                </a:lnTo>
                <a:lnTo>
                  <a:pt x="64030" y="2065096"/>
                </a:lnTo>
                <a:lnTo>
                  <a:pt x="72420" y="2113588"/>
                </a:lnTo>
                <a:lnTo>
                  <a:pt x="81583" y="2161866"/>
                </a:lnTo>
                <a:lnTo>
                  <a:pt x="91516" y="2209922"/>
                </a:lnTo>
                <a:lnTo>
                  <a:pt x="102214" y="2257748"/>
                </a:lnTo>
                <a:lnTo>
                  <a:pt x="113673" y="2305337"/>
                </a:lnTo>
                <a:lnTo>
                  <a:pt x="125888" y="2352679"/>
                </a:lnTo>
                <a:lnTo>
                  <a:pt x="138855" y="2399768"/>
                </a:lnTo>
                <a:lnTo>
                  <a:pt x="152569" y="2446594"/>
                </a:lnTo>
                <a:lnTo>
                  <a:pt x="167027" y="2493150"/>
                </a:lnTo>
                <a:lnTo>
                  <a:pt x="182223" y="2539428"/>
                </a:lnTo>
                <a:lnTo>
                  <a:pt x="198154" y="2585419"/>
                </a:lnTo>
                <a:lnTo>
                  <a:pt x="214815" y="2631116"/>
                </a:lnTo>
                <a:lnTo>
                  <a:pt x="232202" y="2676511"/>
                </a:lnTo>
                <a:lnTo>
                  <a:pt x="250310" y="2721595"/>
                </a:lnTo>
                <a:lnTo>
                  <a:pt x="269135" y="2766360"/>
                </a:lnTo>
                <a:lnTo>
                  <a:pt x="288672" y="2810799"/>
                </a:lnTo>
                <a:lnTo>
                  <a:pt x="308918" y="2854903"/>
                </a:lnTo>
                <a:lnTo>
                  <a:pt x="329867" y="2898664"/>
                </a:lnTo>
                <a:lnTo>
                  <a:pt x="351516" y="2942074"/>
                </a:lnTo>
                <a:lnTo>
                  <a:pt x="373860" y="2985125"/>
                </a:lnTo>
                <a:lnTo>
                  <a:pt x="396895" y="3027809"/>
                </a:lnTo>
                <a:lnTo>
                  <a:pt x="420615" y="3070118"/>
                </a:lnTo>
                <a:lnTo>
                  <a:pt x="445018" y="3112044"/>
                </a:lnTo>
                <a:lnTo>
                  <a:pt x="470098" y="3153578"/>
                </a:lnTo>
                <a:lnTo>
                  <a:pt x="495852" y="3194713"/>
                </a:lnTo>
                <a:lnTo>
                  <a:pt x="522274" y="3235440"/>
                </a:lnTo>
                <a:lnTo>
                  <a:pt x="549361" y="3275752"/>
                </a:lnTo>
                <a:lnTo>
                  <a:pt x="582095" y="3322570"/>
                </a:lnTo>
                <a:close/>
              </a:path>
            </a:pathLst>
          </a:custGeom>
          <a:solidFill>
            <a:srgbClr val="FD6120">
              <a:alpha val="52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637420" y="0"/>
            <a:ext cx="4650740" cy="1359535"/>
          </a:xfrm>
          <a:custGeom>
            <a:avLst/>
            <a:gdLst/>
            <a:ahLst/>
            <a:cxnLst/>
            <a:rect l="l" t="t" r="r" b="b"/>
            <a:pathLst>
              <a:path w="4650740" h="1359535">
                <a:moveTo>
                  <a:pt x="3245655" y="1349046"/>
                </a:moveTo>
                <a:lnTo>
                  <a:pt x="3285215" y="1351607"/>
                </a:lnTo>
                <a:lnTo>
                  <a:pt x="3332992" y="1354287"/>
                </a:lnTo>
                <a:lnTo>
                  <a:pt x="3380876" y="1356559"/>
                </a:lnTo>
                <a:lnTo>
                  <a:pt x="3428867" y="1358422"/>
                </a:lnTo>
                <a:lnTo>
                  <a:pt x="3455190" y="1359216"/>
                </a:lnTo>
              </a:path>
              <a:path w="4650740" h="1359535">
                <a:moveTo>
                  <a:pt x="3788522" y="1359216"/>
                </a:moveTo>
                <a:lnTo>
                  <a:pt x="3814845" y="1358422"/>
                </a:lnTo>
                <a:lnTo>
                  <a:pt x="3862836" y="1356559"/>
                </a:lnTo>
                <a:lnTo>
                  <a:pt x="3910720" y="1354287"/>
                </a:lnTo>
                <a:lnTo>
                  <a:pt x="3958497" y="1351607"/>
                </a:lnTo>
                <a:lnTo>
                  <a:pt x="3998057" y="1349046"/>
                </a:lnTo>
              </a:path>
              <a:path w="4650740" h="1359535">
                <a:moveTo>
                  <a:pt x="3090188" y="1336346"/>
                </a:moveTo>
                <a:lnTo>
                  <a:pt x="3095220" y="1336846"/>
                </a:lnTo>
                <a:lnTo>
                  <a:pt x="3142549" y="1341139"/>
                </a:lnTo>
                <a:lnTo>
                  <a:pt x="3189992" y="1345032"/>
                </a:lnTo>
                <a:lnTo>
                  <a:pt x="3237548" y="1348521"/>
                </a:lnTo>
                <a:lnTo>
                  <a:pt x="3245655" y="1349046"/>
                </a:lnTo>
              </a:path>
              <a:path w="4650740" h="1359535">
                <a:moveTo>
                  <a:pt x="3998057" y="1349046"/>
                </a:moveTo>
                <a:lnTo>
                  <a:pt x="4006164" y="1348521"/>
                </a:lnTo>
                <a:lnTo>
                  <a:pt x="4053720" y="1345032"/>
                </a:lnTo>
                <a:lnTo>
                  <a:pt x="4101163" y="1341139"/>
                </a:lnTo>
                <a:lnTo>
                  <a:pt x="4148492" y="1336846"/>
                </a:lnTo>
                <a:lnTo>
                  <a:pt x="4153524" y="1336346"/>
                </a:lnTo>
              </a:path>
              <a:path w="4650740" h="1359535">
                <a:moveTo>
                  <a:pt x="2971638" y="1323646"/>
                </a:moveTo>
                <a:lnTo>
                  <a:pt x="3000914" y="1327065"/>
                </a:lnTo>
                <a:lnTo>
                  <a:pt x="3048008" y="1332154"/>
                </a:lnTo>
                <a:lnTo>
                  <a:pt x="3090188" y="1336346"/>
                </a:lnTo>
              </a:path>
              <a:path w="4650740" h="1359535">
                <a:moveTo>
                  <a:pt x="4153524" y="1336346"/>
                </a:moveTo>
                <a:lnTo>
                  <a:pt x="4195704" y="1332154"/>
                </a:lnTo>
                <a:lnTo>
                  <a:pt x="4242798" y="1327065"/>
                </a:lnTo>
                <a:lnTo>
                  <a:pt x="4272074" y="1323646"/>
                </a:lnTo>
              </a:path>
              <a:path w="4650740" h="1359535">
                <a:moveTo>
                  <a:pt x="2871661" y="1310946"/>
                </a:moveTo>
                <a:lnTo>
                  <a:pt x="2907087" y="1315701"/>
                </a:lnTo>
                <a:lnTo>
                  <a:pt x="2953940" y="1321580"/>
                </a:lnTo>
                <a:lnTo>
                  <a:pt x="2971638" y="1323646"/>
                </a:lnTo>
              </a:path>
              <a:path w="4650740" h="1359535">
                <a:moveTo>
                  <a:pt x="4272074" y="1323646"/>
                </a:moveTo>
                <a:lnTo>
                  <a:pt x="4289772" y="1321580"/>
                </a:lnTo>
                <a:lnTo>
                  <a:pt x="4336625" y="1315701"/>
                </a:lnTo>
                <a:lnTo>
                  <a:pt x="4372051" y="1310946"/>
                </a:lnTo>
              </a:path>
              <a:path w="4650740" h="1359535">
                <a:moveTo>
                  <a:pt x="2783950" y="1298246"/>
                </a:moveTo>
                <a:lnTo>
                  <a:pt x="2813752" y="1302767"/>
                </a:lnTo>
                <a:lnTo>
                  <a:pt x="2860357" y="1309429"/>
                </a:lnTo>
                <a:lnTo>
                  <a:pt x="2871661" y="1310946"/>
                </a:lnTo>
              </a:path>
              <a:path w="4650740" h="1359535">
                <a:moveTo>
                  <a:pt x="4372051" y="1310946"/>
                </a:moveTo>
                <a:lnTo>
                  <a:pt x="4383355" y="1309429"/>
                </a:lnTo>
                <a:lnTo>
                  <a:pt x="4429960" y="1302767"/>
                </a:lnTo>
                <a:lnTo>
                  <a:pt x="4459762" y="1298246"/>
                </a:lnTo>
              </a:path>
              <a:path w="4650740" h="1359535">
                <a:moveTo>
                  <a:pt x="2631974" y="1272846"/>
                </a:moveTo>
                <a:lnTo>
                  <a:pt x="2674703" y="1280455"/>
                </a:lnTo>
                <a:lnTo>
                  <a:pt x="2720924" y="1288279"/>
                </a:lnTo>
                <a:lnTo>
                  <a:pt x="2767274" y="1295716"/>
                </a:lnTo>
                <a:lnTo>
                  <a:pt x="2783950" y="1298246"/>
                </a:lnTo>
              </a:path>
              <a:path w="4650740" h="1359535">
                <a:moveTo>
                  <a:pt x="4459762" y="1298246"/>
                </a:moveTo>
                <a:lnTo>
                  <a:pt x="4476438" y="1295716"/>
                </a:lnTo>
                <a:lnTo>
                  <a:pt x="4522788" y="1288279"/>
                </a:lnTo>
                <a:lnTo>
                  <a:pt x="4569009" y="1280455"/>
                </a:lnTo>
                <a:lnTo>
                  <a:pt x="4611738" y="1272846"/>
                </a:lnTo>
              </a:path>
              <a:path w="4650740" h="1359535">
                <a:moveTo>
                  <a:pt x="2501443" y="1247446"/>
                </a:moveTo>
                <a:lnTo>
                  <a:pt x="2536840" y="1254689"/>
                </a:lnTo>
                <a:lnTo>
                  <a:pt x="2582660" y="1263659"/>
                </a:lnTo>
                <a:lnTo>
                  <a:pt x="2628615" y="1272248"/>
                </a:lnTo>
                <a:lnTo>
                  <a:pt x="2631974" y="1272846"/>
                </a:lnTo>
              </a:path>
              <a:path w="4650740" h="1359535">
                <a:moveTo>
                  <a:pt x="4611738" y="1272846"/>
                </a:moveTo>
                <a:lnTo>
                  <a:pt x="4615097" y="1272248"/>
                </a:lnTo>
                <a:lnTo>
                  <a:pt x="4650579" y="1265617"/>
                </a:lnTo>
              </a:path>
              <a:path w="4650740" h="1359535">
                <a:moveTo>
                  <a:pt x="0" y="0"/>
                </a:moveTo>
                <a:lnTo>
                  <a:pt x="30725" y="26752"/>
                </a:lnTo>
                <a:lnTo>
                  <a:pt x="64845" y="55976"/>
                </a:lnTo>
                <a:lnTo>
                  <a:pt x="99206" y="84925"/>
                </a:lnTo>
                <a:lnTo>
                  <a:pt x="133805" y="113597"/>
                </a:lnTo>
                <a:lnTo>
                  <a:pt x="168642" y="141992"/>
                </a:lnTo>
                <a:lnTo>
                  <a:pt x="203715" y="170106"/>
                </a:lnTo>
                <a:lnTo>
                  <a:pt x="239021" y="197939"/>
                </a:lnTo>
                <a:lnTo>
                  <a:pt x="274559" y="225489"/>
                </a:lnTo>
                <a:lnTo>
                  <a:pt x="310328" y="252754"/>
                </a:lnTo>
                <a:lnTo>
                  <a:pt x="346326" y="279732"/>
                </a:lnTo>
                <a:lnTo>
                  <a:pt x="382550" y="306422"/>
                </a:lnTo>
                <a:lnTo>
                  <a:pt x="418888" y="332930"/>
                </a:lnTo>
                <a:lnTo>
                  <a:pt x="455674" y="358930"/>
                </a:lnTo>
                <a:lnTo>
                  <a:pt x="492570" y="384744"/>
                </a:lnTo>
                <a:lnTo>
                  <a:pt x="529685" y="410264"/>
                </a:lnTo>
                <a:lnTo>
                  <a:pt x="567020" y="435486"/>
                </a:lnTo>
                <a:lnTo>
                  <a:pt x="604571" y="460410"/>
                </a:lnTo>
                <a:lnTo>
                  <a:pt x="642337" y="485034"/>
                </a:lnTo>
                <a:lnTo>
                  <a:pt x="680317" y="509356"/>
                </a:lnTo>
                <a:lnTo>
                  <a:pt x="718508" y="533374"/>
                </a:lnTo>
                <a:lnTo>
                  <a:pt x="756909" y="557086"/>
                </a:lnTo>
                <a:lnTo>
                  <a:pt x="795519" y="580492"/>
                </a:lnTo>
                <a:lnTo>
                  <a:pt x="834335" y="603588"/>
                </a:lnTo>
                <a:lnTo>
                  <a:pt x="873356" y="626375"/>
                </a:lnTo>
                <a:lnTo>
                  <a:pt x="912580" y="648849"/>
                </a:lnTo>
                <a:lnTo>
                  <a:pt x="952006" y="671009"/>
                </a:lnTo>
                <a:lnTo>
                  <a:pt x="991632" y="692853"/>
                </a:lnTo>
                <a:lnTo>
                  <a:pt x="1031455" y="714380"/>
                </a:lnTo>
                <a:lnTo>
                  <a:pt x="1071476" y="735589"/>
                </a:lnTo>
                <a:lnTo>
                  <a:pt x="1111690" y="756476"/>
                </a:lnTo>
                <a:lnTo>
                  <a:pt x="1152098" y="777041"/>
                </a:lnTo>
                <a:lnTo>
                  <a:pt x="1192697" y="797282"/>
                </a:lnTo>
                <a:lnTo>
                  <a:pt x="1233485" y="817197"/>
                </a:lnTo>
                <a:lnTo>
                  <a:pt x="1274462" y="836785"/>
                </a:lnTo>
                <a:lnTo>
                  <a:pt x="1315624" y="856043"/>
                </a:lnTo>
                <a:lnTo>
                  <a:pt x="1356971" y="874970"/>
                </a:lnTo>
                <a:lnTo>
                  <a:pt x="1398501" y="893565"/>
                </a:lnTo>
                <a:lnTo>
                  <a:pt x="1440212" y="911825"/>
                </a:lnTo>
                <a:lnTo>
                  <a:pt x="1482102" y="929750"/>
                </a:lnTo>
                <a:lnTo>
                  <a:pt x="1524170" y="947336"/>
                </a:lnTo>
                <a:lnTo>
                  <a:pt x="1566413" y="964583"/>
                </a:lnTo>
                <a:lnTo>
                  <a:pt x="1608831" y="981489"/>
                </a:lnTo>
                <a:lnTo>
                  <a:pt x="1651422" y="998052"/>
                </a:lnTo>
                <a:lnTo>
                  <a:pt x="1694183" y="1014271"/>
                </a:lnTo>
                <a:lnTo>
                  <a:pt x="1737114" y="1030143"/>
                </a:lnTo>
                <a:lnTo>
                  <a:pt x="1780211" y="1045667"/>
                </a:lnTo>
                <a:lnTo>
                  <a:pt x="1823475" y="1060842"/>
                </a:lnTo>
                <a:lnTo>
                  <a:pt x="1866903" y="1075665"/>
                </a:lnTo>
                <a:lnTo>
                  <a:pt x="1910492" y="1090135"/>
                </a:lnTo>
                <a:lnTo>
                  <a:pt x="1954243" y="1104251"/>
                </a:lnTo>
                <a:lnTo>
                  <a:pt x="1998152" y="1118009"/>
                </a:lnTo>
                <a:lnTo>
                  <a:pt x="2042219" y="1131410"/>
                </a:lnTo>
                <a:lnTo>
                  <a:pt x="2086441" y="1144451"/>
                </a:lnTo>
                <a:lnTo>
                  <a:pt x="2130817" y="1157130"/>
                </a:lnTo>
                <a:lnTo>
                  <a:pt x="2175345" y="1169446"/>
                </a:lnTo>
                <a:lnTo>
                  <a:pt x="2220023" y="1181397"/>
                </a:lnTo>
                <a:lnTo>
                  <a:pt x="2264850" y="1192981"/>
                </a:lnTo>
                <a:lnTo>
                  <a:pt x="2309824" y="1204197"/>
                </a:lnTo>
                <a:lnTo>
                  <a:pt x="2354944" y="1215042"/>
                </a:lnTo>
                <a:lnTo>
                  <a:pt x="2400207" y="1225516"/>
                </a:lnTo>
                <a:lnTo>
                  <a:pt x="2445611" y="1235616"/>
                </a:lnTo>
                <a:lnTo>
                  <a:pt x="2491156" y="1245341"/>
                </a:lnTo>
                <a:lnTo>
                  <a:pt x="2501443" y="1247446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373132" y="4114075"/>
            <a:ext cx="12200255" cy="2291715"/>
          </a:xfrm>
          <a:custGeom>
            <a:avLst/>
            <a:gdLst/>
            <a:ahLst/>
            <a:cxnLst/>
            <a:rect l="l" t="t" r="r" b="b"/>
            <a:pathLst>
              <a:path w="12200255" h="2291715">
                <a:moveTo>
                  <a:pt x="12200254" y="2291463"/>
                </a:moveTo>
                <a:lnTo>
                  <a:pt x="0" y="2291463"/>
                </a:lnTo>
                <a:lnTo>
                  <a:pt x="0" y="0"/>
                </a:lnTo>
                <a:lnTo>
                  <a:pt x="12200254" y="0"/>
                </a:lnTo>
                <a:lnTo>
                  <a:pt x="12200254" y="2291463"/>
                </a:lnTo>
                <a:close/>
              </a:path>
            </a:pathLst>
          </a:custGeom>
          <a:solidFill>
            <a:srgbClr val="FFFE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513212" y="5281794"/>
            <a:ext cx="9387205" cy="2863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95"/>
              </a:spcBef>
            </a:pPr>
            <a:r>
              <a:rPr dirty="0" sz="8000" spc="380">
                <a:solidFill>
                  <a:srgbClr val="181818"/>
                </a:solidFill>
                <a:latin typeface="Times New Roman"/>
                <a:cs typeface="Times New Roman"/>
              </a:rPr>
              <a:t>Airline</a:t>
            </a:r>
            <a:r>
              <a:rPr dirty="0" sz="8000" spc="91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8000" spc="390">
                <a:solidFill>
                  <a:srgbClr val="181818"/>
                </a:solidFill>
                <a:latin typeface="Times New Roman"/>
                <a:cs typeface="Times New Roman"/>
              </a:rPr>
              <a:t>Performance </a:t>
            </a:r>
            <a:r>
              <a:rPr dirty="0" sz="8000" spc="385">
                <a:solidFill>
                  <a:srgbClr val="181818"/>
                </a:solidFill>
                <a:latin typeface="Times New Roman"/>
                <a:cs typeface="Times New Roman"/>
              </a:rPr>
              <a:t>Analysis</a:t>
            </a:r>
            <a:r>
              <a:rPr dirty="0" sz="8000" spc="9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8000" spc="360">
                <a:solidFill>
                  <a:srgbClr val="181818"/>
                </a:solidFill>
                <a:latin typeface="Times New Roman"/>
                <a:cs typeface="Times New Roman"/>
              </a:rPr>
              <a:t>System</a:t>
            </a:r>
            <a:endParaRPr sz="8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192682" y="3809505"/>
            <a:ext cx="10703560" cy="16878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56910" algn="l"/>
              </a:tabLst>
            </a:pPr>
            <a:r>
              <a:rPr dirty="0" sz="10900">
                <a:solidFill>
                  <a:srgbClr val="181818"/>
                </a:solidFill>
              </a:rPr>
              <a:t>T</a:t>
            </a:r>
            <a:r>
              <a:rPr dirty="0" sz="10900" spc="-1200">
                <a:solidFill>
                  <a:srgbClr val="181818"/>
                </a:solidFill>
              </a:rPr>
              <a:t> </a:t>
            </a:r>
            <a:r>
              <a:rPr dirty="0" sz="10900">
                <a:solidFill>
                  <a:srgbClr val="181818"/>
                </a:solidFill>
              </a:rPr>
              <a:t>I</a:t>
            </a:r>
            <a:r>
              <a:rPr dirty="0" sz="10900" spc="-1200">
                <a:solidFill>
                  <a:srgbClr val="181818"/>
                </a:solidFill>
              </a:rPr>
              <a:t> </a:t>
            </a:r>
            <a:r>
              <a:rPr dirty="0" sz="10900">
                <a:solidFill>
                  <a:srgbClr val="181818"/>
                </a:solidFill>
              </a:rPr>
              <a:t>T</a:t>
            </a:r>
            <a:r>
              <a:rPr dirty="0" sz="10900" spc="-1200">
                <a:solidFill>
                  <a:srgbClr val="181818"/>
                </a:solidFill>
              </a:rPr>
              <a:t> </a:t>
            </a:r>
            <a:r>
              <a:rPr dirty="0" sz="10900">
                <a:solidFill>
                  <a:srgbClr val="181818"/>
                </a:solidFill>
              </a:rPr>
              <a:t>L</a:t>
            </a:r>
            <a:r>
              <a:rPr dirty="0" sz="10900" spc="-1200">
                <a:solidFill>
                  <a:srgbClr val="181818"/>
                </a:solidFill>
              </a:rPr>
              <a:t> </a:t>
            </a:r>
            <a:r>
              <a:rPr dirty="0" sz="10900" spc="-50">
                <a:solidFill>
                  <a:srgbClr val="181818"/>
                </a:solidFill>
              </a:rPr>
              <a:t>E</a:t>
            </a:r>
            <a:r>
              <a:rPr dirty="0" sz="10900">
                <a:solidFill>
                  <a:srgbClr val="181818"/>
                </a:solidFill>
              </a:rPr>
              <a:t>	S</a:t>
            </a:r>
            <a:r>
              <a:rPr dirty="0" sz="10900" spc="-1210">
                <a:solidFill>
                  <a:srgbClr val="181818"/>
                </a:solidFill>
              </a:rPr>
              <a:t> </a:t>
            </a:r>
            <a:r>
              <a:rPr dirty="0" sz="10900">
                <a:solidFill>
                  <a:srgbClr val="181818"/>
                </a:solidFill>
              </a:rPr>
              <a:t>L</a:t>
            </a:r>
            <a:r>
              <a:rPr dirty="0" sz="10900" spc="-1200">
                <a:solidFill>
                  <a:srgbClr val="181818"/>
                </a:solidFill>
              </a:rPr>
              <a:t> </a:t>
            </a:r>
            <a:r>
              <a:rPr dirty="0" sz="10900">
                <a:solidFill>
                  <a:srgbClr val="181818"/>
                </a:solidFill>
              </a:rPr>
              <a:t>I</a:t>
            </a:r>
            <a:r>
              <a:rPr dirty="0" sz="10900" spc="-1200">
                <a:solidFill>
                  <a:srgbClr val="181818"/>
                </a:solidFill>
              </a:rPr>
              <a:t> </a:t>
            </a:r>
            <a:r>
              <a:rPr dirty="0" sz="10900">
                <a:solidFill>
                  <a:srgbClr val="181818"/>
                </a:solidFill>
              </a:rPr>
              <a:t>D</a:t>
            </a:r>
            <a:r>
              <a:rPr dirty="0" sz="10900" spc="-1200">
                <a:solidFill>
                  <a:srgbClr val="181818"/>
                </a:solidFill>
              </a:rPr>
              <a:t> </a:t>
            </a:r>
            <a:r>
              <a:rPr dirty="0" sz="10900" spc="-50">
                <a:solidFill>
                  <a:srgbClr val="181818"/>
                </a:solidFill>
              </a:rPr>
              <a:t>E</a:t>
            </a:r>
            <a:endParaRPr sz="10900"/>
          </a:p>
        </p:txBody>
      </p:sp>
      <p:sp>
        <p:nvSpPr>
          <p:cNvPr id="13" name="object 13" descr=""/>
          <p:cNvSpPr/>
          <p:nvPr/>
        </p:nvSpPr>
        <p:spPr>
          <a:xfrm>
            <a:off x="0" y="2892411"/>
            <a:ext cx="1026794" cy="4424680"/>
          </a:xfrm>
          <a:custGeom>
            <a:avLst/>
            <a:gdLst/>
            <a:ahLst/>
            <a:cxnLst/>
            <a:rect l="l" t="t" r="r" b="b"/>
            <a:pathLst>
              <a:path w="1026794" h="4424680">
                <a:moveTo>
                  <a:pt x="0" y="4424120"/>
                </a:moveTo>
                <a:lnTo>
                  <a:pt x="25839" y="4387824"/>
                </a:lnTo>
                <a:lnTo>
                  <a:pt x="51654" y="4350928"/>
                </a:lnTo>
                <a:lnTo>
                  <a:pt x="77173" y="4313812"/>
                </a:lnTo>
                <a:lnTo>
                  <a:pt x="102395" y="4276478"/>
                </a:lnTo>
                <a:lnTo>
                  <a:pt x="127319" y="4238927"/>
                </a:lnTo>
                <a:lnTo>
                  <a:pt x="151943" y="4201161"/>
                </a:lnTo>
                <a:lnTo>
                  <a:pt x="176265" y="4163181"/>
                </a:lnTo>
                <a:lnTo>
                  <a:pt x="200283" y="4124990"/>
                </a:lnTo>
                <a:lnTo>
                  <a:pt x="223995" y="4086589"/>
                </a:lnTo>
                <a:lnTo>
                  <a:pt x="247401" y="4047979"/>
                </a:lnTo>
                <a:lnTo>
                  <a:pt x="270498" y="4009163"/>
                </a:lnTo>
                <a:lnTo>
                  <a:pt x="293284" y="3970142"/>
                </a:lnTo>
                <a:lnTo>
                  <a:pt x="315758" y="3930917"/>
                </a:lnTo>
                <a:lnTo>
                  <a:pt x="337918" y="3891491"/>
                </a:lnTo>
                <a:lnTo>
                  <a:pt x="359762" y="3851866"/>
                </a:lnTo>
                <a:lnTo>
                  <a:pt x="381290" y="3812042"/>
                </a:lnTo>
                <a:lnTo>
                  <a:pt x="402498" y="3772022"/>
                </a:lnTo>
                <a:lnTo>
                  <a:pt x="423385" y="3731807"/>
                </a:lnTo>
                <a:lnTo>
                  <a:pt x="443950" y="3691400"/>
                </a:lnTo>
                <a:lnTo>
                  <a:pt x="464191" y="3650801"/>
                </a:lnTo>
                <a:lnTo>
                  <a:pt x="484106" y="3610012"/>
                </a:lnTo>
                <a:lnTo>
                  <a:pt x="503618" y="3569195"/>
                </a:lnTo>
                <a:lnTo>
                  <a:pt x="503697" y="3569038"/>
                </a:lnTo>
                <a:lnTo>
                  <a:pt x="522952" y="3527873"/>
                </a:lnTo>
                <a:lnTo>
                  <a:pt x="541879" y="3486526"/>
                </a:lnTo>
                <a:lnTo>
                  <a:pt x="560474" y="3444997"/>
                </a:lnTo>
                <a:lnTo>
                  <a:pt x="578734" y="3403286"/>
                </a:lnTo>
                <a:lnTo>
                  <a:pt x="596659" y="3361396"/>
                </a:lnTo>
                <a:lnTo>
                  <a:pt x="614245" y="3319328"/>
                </a:lnTo>
                <a:lnTo>
                  <a:pt x="631507" y="3277089"/>
                </a:lnTo>
                <a:lnTo>
                  <a:pt x="648398" y="3234666"/>
                </a:lnTo>
                <a:lnTo>
                  <a:pt x="664961" y="3192076"/>
                </a:lnTo>
                <a:lnTo>
                  <a:pt x="681180" y="3149315"/>
                </a:lnTo>
                <a:lnTo>
                  <a:pt x="697052" y="3106384"/>
                </a:lnTo>
                <a:lnTo>
                  <a:pt x="712576" y="3063286"/>
                </a:lnTo>
                <a:lnTo>
                  <a:pt x="727751" y="3020023"/>
                </a:lnTo>
                <a:lnTo>
                  <a:pt x="742574" y="2976595"/>
                </a:lnTo>
                <a:lnTo>
                  <a:pt x="757044" y="2933005"/>
                </a:lnTo>
                <a:lnTo>
                  <a:pt x="771160" y="2889255"/>
                </a:lnTo>
                <a:lnTo>
                  <a:pt x="784919" y="2845345"/>
                </a:lnTo>
                <a:lnTo>
                  <a:pt x="798319" y="2801279"/>
                </a:lnTo>
                <a:lnTo>
                  <a:pt x="811360" y="2757057"/>
                </a:lnTo>
                <a:lnTo>
                  <a:pt x="824039" y="2712681"/>
                </a:lnTo>
                <a:lnTo>
                  <a:pt x="836355" y="2668153"/>
                </a:lnTo>
                <a:lnTo>
                  <a:pt x="848306" y="2623474"/>
                </a:lnTo>
                <a:lnTo>
                  <a:pt x="859890" y="2578647"/>
                </a:lnTo>
                <a:lnTo>
                  <a:pt x="871106" y="2533673"/>
                </a:lnTo>
                <a:lnTo>
                  <a:pt x="881951" y="2488554"/>
                </a:lnTo>
                <a:lnTo>
                  <a:pt x="892425" y="2443291"/>
                </a:lnTo>
                <a:lnTo>
                  <a:pt x="902525" y="2397886"/>
                </a:lnTo>
                <a:lnTo>
                  <a:pt x="912250" y="2352341"/>
                </a:lnTo>
                <a:lnTo>
                  <a:pt x="921599" y="2306658"/>
                </a:lnTo>
                <a:lnTo>
                  <a:pt x="930513" y="2261121"/>
                </a:lnTo>
                <a:lnTo>
                  <a:pt x="930576" y="2260840"/>
                </a:lnTo>
                <a:lnTo>
                  <a:pt x="939157" y="2214883"/>
                </a:lnTo>
                <a:lnTo>
                  <a:pt x="947364" y="2168794"/>
                </a:lnTo>
                <a:lnTo>
                  <a:pt x="955188" y="2122574"/>
                </a:lnTo>
                <a:lnTo>
                  <a:pt x="962626" y="2076224"/>
                </a:lnTo>
                <a:lnTo>
                  <a:pt x="969676" y="2029745"/>
                </a:lnTo>
                <a:lnTo>
                  <a:pt x="976338" y="1983140"/>
                </a:lnTo>
                <a:lnTo>
                  <a:pt x="982610" y="1936411"/>
                </a:lnTo>
                <a:lnTo>
                  <a:pt x="988489" y="1889558"/>
                </a:lnTo>
                <a:lnTo>
                  <a:pt x="993974" y="1842583"/>
                </a:lnTo>
                <a:lnTo>
                  <a:pt x="999063" y="1795489"/>
                </a:lnTo>
                <a:lnTo>
                  <a:pt x="1003755" y="1748277"/>
                </a:lnTo>
                <a:lnTo>
                  <a:pt x="1007924" y="1702321"/>
                </a:lnTo>
                <a:lnTo>
                  <a:pt x="1008069" y="1700951"/>
                </a:lnTo>
                <a:lnTo>
                  <a:pt x="1011941" y="1653506"/>
                </a:lnTo>
                <a:lnTo>
                  <a:pt x="1015431" y="1605950"/>
                </a:lnTo>
                <a:lnTo>
                  <a:pt x="1018516" y="1558283"/>
                </a:lnTo>
                <a:lnTo>
                  <a:pt x="1021122" y="1511828"/>
                </a:lnTo>
                <a:lnTo>
                  <a:pt x="1021203" y="1510506"/>
                </a:lnTo>
                <a:lnTo>
                  <a:pt x="1023468" y="1462621"/>
                </a:lnTo>
                <a:lnTo>
                  <a:pt x="1025331" y="1414631"/>
                </a:lnTo>
                <a:lnTo>
                  <a:pt x="1026125" y="1388308"/>
                </a:lnTo>
              </a:path>
              <a:path w="1026794" h="4424680">
                <a:moveTo>
                  <a:pt x="1026187" y="1057018"/>
                </a:moveTo>
                <a:lnTo>
                  <a:pt x="1025348" y="1029231"/>
                </a:lnTo>
                <a:lnTo>
                  <a:pt x="1025320" y="1028653"/>
                </a:lnTo>
              </a:path>
              <a:path w="1026794" h="4424680">
                <a:moveTo>
                  <a:pt x="1015521" y="838726"/>
                </a:moveTo>
                <a:lnTo>
                  <a:pt x="1015390" y="837337"/>
                </a:lnTo>
              </a:path>
              <a:path w="1026794" h="4424680">
                <a:moveTo>
                  <a:pt x="999106" y="648228"/>
                </a:moveTo>
                <a:lnTo>
                  <a:pt x="999048" y="647796"/>
                </a:lnTo>
              </a:path>
              <a:path w="1026794" h="4424680">
                <a:moveTo>
                  <a:pt x="939283" y="229110"/>
                </a:moveTo>
                <a:lnTo>
                  <a:pt x="939123" y="228408"/>
                </a:lnTo>
              </a:path>
              <a:path w="1026794" h="4424680">
                <a:moveTo>
                  <a:pt x="892540" y="507"/>
                </a:moveTo>
                <a:lnTo>
                  <a:pt x="892399" y="0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14233" y="2016372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107" y="232"/>
                </a:moveTo>
                <a:lnTo>
                  <a:pt x="0" y="0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86656" y="5374910"/>
            <a:ext cx="209550" cy="10795"/>
          </a:xfrm>
          <a:custGeom>
            <a:avLst/>
            <a:gdLst/>
            <a:ahLst/>
            <a:cxnLst/>
            <a:rect l="l" t="t" r="r" b="b"/>
            <a:pathLst>
              <a:path w="209550" h="10795">
                <a:moveTo>
                  <a:pt x="0" y="0"/>
                </a:moveTo>
                <a:lnTo>
                  <a:pt x="39560" y="2560"/>
                </a:lnTo>
                <a:lnTo>
                  <a:pt x="87336" y="5240"/>
                </a:lnTo>
                <a:lnTo>
                  <a:pt x="135221" y="7512"/>
                </a:lnTo>
                <a:lnTo>
                  <a:pt x="183211" y="9375"/>
                </a:lnTo>
                <a:lnTo>
                  <a:pt x="209538" y="1017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629520" y="5374910"/>
            <a:ext cx="209550" cy="10795"/>
          </a:xfrm>
          <a:custGeom>
            <a:avLst/>
            <a:gdLst/>
            <a:ahLst/>
            <a:cxnLst/>
            <a:rect l="l" t="t" r="r" b="b"/>
            <a:pathLst>
              <a:path w="209550" h="10795">
                <a:moveTo>
                  <a:pt x="0" y="10170"/>
                </a:moveTo>
                <a:lnTo>
                  <a:pt x="26326" y="9375"/>
                </a:lnTo>
                <a:lnTo>
                  <a:pt x="74316" y="7512"/>
                </a:lnTo>
                <a:lnTo>
                  <a:pt x="122201" y="5240"/>
                </a:lnTo>
                <a:lnTo>
                  <a:pt x="169977" y="2560"/>
                </a:lnTo>
                <a:lnTo>
                  <a:pt x="209538" y="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931189" y="5362210"/>
            <a:ext cx="155575" cy="12700"/>
          </a:xfrm>
          <a:custGeom>
            <a:avLst/>
            <a:gdLst/>
            <a:ahLst/>
            <a:cxnLst/>
            <a:rect l="l" t="t" r="r" b="b"/>
            <a:pathLst>
              <a:path w="155575" h="12700">
                <a:moveTo>
                  <a:pt x="0" y="0"/>
                </a:moveTo>
                <a:lnTo>
                  <a:pt x="5032" y="500"/>
                </a:lnTo>
                <a:lnTo>
                  <a:pt x="52360" y="4793"/>
                </a:lnTo>
                <a:lnTo>
                  <a:pt x="99804" y="8685"/>
                </a:lnTo>
                <a:lnTo>
                  <a:pt x="147359" y="12175"/>
                </a:lnTo>
                <a:lnTo>
                  <a:pt x="155466" y="12699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839058" y="5362210"/>
            <a:ext cx="155575" cy="12700"/>
          </a:xfrm>
          <a:custGeom>
            <a:avLst/>
            <a:gdLst/>
            <a:ahLst/>
            <a:cxnLst/>
            <a:rect l="l" t="t" r="r" b="b"/>
            <a:pathLst>
              <a:path w="155575" h="12700">
                <a:moveTo>
                  <a:pt x="0" y="12699"/>
                </a:moveTo>
                <a:lnTo>
                  <a:pt x="8107" y="12175"/>
                </a:lnTo>
                <a:lnTo>
                  <a:pt x="55662" y="8685"/>
                </a:lnTo>
                <a:lnTo>
                  <a:pt x="103106" y="4793"/>
                </a:lnTo>
                <a:lnTo>
                  <a:pt x="150434" y="500"/>
                </a:lnTo>
                <a:lnTo>
                  <a:pt x="155466" y="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812639" y="5349510"/>
            <a:ext cx="118745" cy="12700"/>
          </a:xfrm>
          <a:custGeom>
            <a:avLst/>
            <a:gdLst/>
            <a:ahLst/>
            <a:cxnLst/>
            <a:rect l="l" t="t" r="r" b="b"/>
            <a:pathLst>
              <a:path w="118744" h="12700">
                <a:moveTo>
                  <a:pt x="0" y="0"/>
                </a:moveTo>
                <a:lnTo>
                  <a:pt x="29276" y="3418"/>
                </a:lnTo>
                <a:lnTo>
                  <a:pt x="76370" y="8508"/>
                </a:lnTo>
                <a:lnTo>
                  <a:pt x="118550" y="12699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994525" y="5349510"/>
            <a:ext cx="118745" cy="12700"/>
          </a:xfrm>
          <a:custGeom>
            <a:avLst/>
            <a:gdLst/>
            <a:ahLst/>
            <a:cxnLst/>
            <a:rect l="l" t="t" r="r" b="b"/>
            <a:pathLst>
              <a:path w="118744" h="12700">
                <a:moveTo>
                  <a:pt x="0" y="12699"/>
                </a:moveTo>
                <a:lnTo>
                  <a:pt x="42179" y="8508"/>
                </a:lnTo>
                <a:lnTo>
                  <a:pt x="89273" y="3418"/>
                </a:lnTo>
                <a:lnTo>
                  <a:pt x="118550" y="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712662" y="5336810"/>
            <a:ext cx="100330" cy="12700"/>
          </a:xfrm>
          <a:custGeom>
            <a:avLst/>
            <a:gdLst/>
            <a:ahLst/>
            <a:cxnLst/>
            <a:rect l="l" t="t" r="r" b="b"/>
            <a:pathLst>
              <a:path w="100330" h="12700">
                <a:moveTo>
                  <a:pt x="0" y="0"/>
                </a:moveTo>
                <a:lnTo>
                  <a:pt x="35425" y="4754"/>
                </a:lnTo>
                <a:lnTo>
                  <a:pt x="82278" y="10633"/>
                </a:lnTo>
                <a:lnTo>
                  <a:pt x="99976" y="12699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113075" y="5336810"/>
            <a:ext cx="100330" cy="12700"/>
          </a:xfrm>
          <a:custGeom>
            <a:avLst/>
            <a:gdLst/>
            <a:ahLst/>
            <a:cxnLst/>
            <a:rect l="l" t="t" r="r" b="b"/>
            <a:pathLst>
              <a:path w="100330" h="12700">
                <a:moveTo>
                  <a:pt x="0" y="12699"/>
                </a:moveTo>
                <a:lnTo>
                  <a:pt x="17697" y="10633"/>
                </a:lnTo>
                <a:lnTo>
                  <a:pt x="64550" y="4754"/>
                </a:lnTo>
                <a:lnTo>
                  <a:pt x="99976" y="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624951" y="5324110"/>
            <a:ext cx="88265" cy="12700"/>
          </a:xfrm>
          <a:custGeom>
            <a:avLst/>
            <a:gdLst/>
            <a:ahLst/>
            <a:cxnLst/>
            <a:rect l="l" t="t" r="r" b="b"/>
            <a:pathLst>
              <a:path w="88265" h="12700">
                <a:moveTo>
                  <a:pt x="0" y="0"/>
                </a:moveTo>
                <a:lnTo>
                  <a:pt x="29802" y="4521"/>
                </a:lnTo>
                <a:lnTo>
                  <a:pt x="76407" y="11182"/>
                </a:lnTo>
                <a:lnTo>
                  <a:pt x="87711" y="12699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5213052" y="5324110"/>
            <a:ext cx="88265" cy="12700"/>
          </a:xfrm>
          <a:custGeom>
            <a:avLst/>
            <a:gdLst/>
            <a:ahLst/>
            <a:cxnLst/>
            <a:rect l="l" t="t" r="r" b="b"/>
            <a:pathLst>
              <a:path w="88265" h="12700">
                <a:moveTo>
                  <a:pt x="0" y="12699"/>
                </a:moveTo>
                <a:lnTo>
                  <a:pt x="11303" y="11182"/>
                </a:lnTo>
                <a:lnTo>
                  <a:pt x="57908" y="4521"/>
                </a:lnTo>
                <a:lnTo>
                  <a:pt x="87711" y="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3472976" y="529871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52400" h="25400">
                <a:moveTo>
                  <a:pt x="0" y="0"/>
                </a:moveTo>
                <a:lnTo>
                  <a:pt x="42729" y="7608"/>
                </a:lnTo>
                <a:lnTo>
                  <a:pt x="88949" y="15432"/>
                </a:lnTo>
                <a:lnTo>
                  <a:pt x="135300" y="22870"/>
                </a:lnTo>
                <a:lnTo>
                  <a:pt x="151975" y="25399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5300763" y="529871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52400" h="25400">
                <a:moveTo>
                  <a:pt x="0" y="25399"/>
                </a:moveTo>
                <a:lnTo>
                  <a:pt x="16675" y="22870"/>
                </a:lnTo>
                <a:lnTo>
                  <a:pt x="63025" y="15432"/>
                </a:lnTo>
                <a:lnTo>
                  <a:pt x="109246" y="7608"/>
                </a:lnTo>
                <a:lnTo>
                  <a:pt x="151975" y="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3342444" y="5273310"/>
            <a:ext cx="130810" cy="25400"/>
          </a:xfrm>
          <a:custGeom>
            <a:avLst/>
            <a:gdLst/>
            <a:ahLst/>
            <a:cxnLst/>
            <a:rect l="l" t="t" r="r" b="b"/>
            <a:pathLst>
              <a:path w="130809" h="25400">
                <a:moveTo>
                  <a:pt x="0" y="0"/>
                </a:moveTo>
                <a:lnTo>
                  <a:pt x="35397" y="7243"/>
                </a:lnTo>
                <a:lnTo>
                  <a:pt x="81217" y="16212"/>
                </a:lnTo>
                <a:lnTo>
                  <a:pt x="127172" y="24801"/>
                </a:lnTo>
                <a:lnTo>
                  <a:pt x="130531" y="25399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5452740" y="5273310"/>
            <a:ext cx="130810" cy="25400"/>
          </a:xfrm>
          <a:custGeom>
            <a:avLst/>
            <a:gdLst/>
            <a:ahLst/>
            <a:cxnLst/>
            <a:rect l="l" t="t" r="r" b="b"/>
            <a:pathLst>
              <a:path w="130809" h="25400">
                <a:moveTo>
                  <a:pt x="0" y="25399"/>
                </a:moveTo>
                <a:lnTo>
                  <a:pt x="3358" y="24801"/>
                </a:lnTo>
                <a:lnTo>
                  <a:pt x="49314" y="16212"/>
                </a:lnTo>
                <a:lnTo>
                  <a:pt x="95134" y="7243"/>
                </a:lnTo>
                <a:lnTo>
                  <a:pt x="130531" y="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966779" y="-2"/>
            <a:ext cx="4375785" cy="5273675"/>
          </a:xfrm>
          <a:custGeom>
            <a:avLst/>
            <a:gdLst/>
            <a:ahLst/>
            <a:cxnLst/>
            <a:rect l="l" t="t" r="r" b="b"/>
            <a:pathLst>
              <a:path w="4375784" h="5273675">
                <a:moveTo>
                  <a:pt x="0" y="0"/>
                </a:moveTo>
                <a:lnTo>
                  <a:pt x="838" y="40910"/>
                </a:lnTo>
                <a:lnTo>
                  <a:pt x="2213" y="83412"/>
                </a:lnTo>
                <a:lnTo>
                  <a:pt x="4076" y="131403"/>
                </a:lnTo>
                <a:lnTo>
                  <a:pt x="6269" y="179292"/>
                </a:lnTo>
                <a:lnTo>
                  <a:pt x="6345" y="180613"/>
                </a:lnTo>
                <a:lnTo>
                  <a:pt x="9027" y="227064"/>
                </a:lnTo>
                <a:lnTo>
                  <a:pt x="12113" y="274731"/>
                </a:lnTo>
                <a:lnTo>
                  <a:pt x="15603" y="322287"/>
                </a:lnTo>
                <a:lnTo>
                  <a:pt x="19495" y="369730"/>
                </a:lnTo>
                <a:lnTo>
                  <a:pt x="19619" y="371102"/>
                </a:lnTo>
                <a:lnTo>
                  <a:pt x="23788" y="417059"/>
                </a:lnTo>
                <a:lnTo>
                  <a:pt x="28480" y="464271"/>
                </a:lnTo>
                <a:lnTo>
                  <a:pt x="33570" y="511365"/>
                </a:lnTo>
                <a:lnTo>
                  <a:pt x="39055" y="558339"/>
                </a:lnTo>
                <a:lnTo>
                  <a:pt x="44934" y="605192"/>
                </a:lnTo>
                <a:lnTo>
                  <a:pt x="51205" y="651922"/>
                </a:lnTo>
                <a:lnTo>
                  <a:pt x="57867" y="698527"/>
                </a:lnTo>
                <a:lnTo>
                  <a:pt x="64918" y="745005"/>
                </a:lnTo>
                <a:lnTo>
                  <a:pt x="72356" y="791355"/>
                </a:lnTo>
                <a:lnTo>
                  <a:pt x="80179" y="837576"/>
                </a:lnTo>
                <a:lnTo>
                  <a:pt x="88386" y="883664"/>
                </a:lnTo>
                <a:lnTo>
                  <a:pt x="96913" y="929633"/>
                </a:lnTo>
                <a:lnTo>
                  <a:pt x="105945" y="975439"/>
                </a:lnTo>
                <a:lnTo>
                  <a:pt x="115293" y="1021123"/>
                </a:lnTo>
                <a:lnTo>
                  <a:pt x="125018" y="1066668"/>
                </a:lnTo>
                <a:lnTo>
                  <a:pt x="135118" y="1112073"/>
                </a:lnTo>
                <a:lnTo>
                  <a:pt x="145592" y="1157335"/>
                </a:lnTo>
                <a:lnTo>
                  <a:pt x="156438" y="1202455"/>
                </a:lnTo>
                <a:lnTo>
                  <a:pt x="167654" y="1247429"/>
                </a:lnTo>
                <a:lnTo>
                  <a:pt x="179238" y="1292256"/>
                </a:lnTo>
                <a:lnTo>
                  <a:pt x="191189" y="1336934"/>
                </a:lnTo>
                <a:lnTo>
                  <a:pt x="203504" y="1381462"/>
                </a:lnTo>
                <a:lnTo>
                  <a:pt x="216184" y="1425838"/>
                </a:lnTo>
                <a:lnTo>
                  <a:pt x="229224" y="1470060"/>
                </a:lnTo>
                <a:lnTo>
                  <a:pt x="242625" y="1514127"/>
                </a:lnTo>
                <a:lnTo>
                  <a:pt x="256384" y="1558036"/>
                </a:lnTo>
                <a:lnTo>
                  <a:pt x="270499" y="1601787"/>
                </a:lnTo>
                <a:lnTo>
                  <a:pt x="284969" y="1645377"/>
                </a:lnTo>
                <a:lnTo>
                  <a:pt x="299793" y="1688804"/>
                </a:lnTo>
                <a:lnTo>
                  <a:pt x="314967" y="1732068"/>
                </a:lnTo>
                <a:lnTo>
                  <a:pt x="330491" y="1775166"/>
                </a:lnTo>
                <a:lnTo>
                  <a:pt x="346364" y="1818096"/>
                </a:lnTo>
                <a:lnTo>
                  <a:pt x="362582" y="1860857"/>
                </a:lnTo>
                <a:lnTo>
                  <a:pt x="379145" y="1903448"/>
                </a:lnTo>
                <a:lnTo>
                  <a:pt x="396034" y="1945873"/>
                </a:lnTo>
                <a:lnTo>
                  <a:pt x="413298" y="1988109"/>
                </a:lnTo>
                <a:lnTo>
                  <a:pt x="430885" y="2030177"/>
                </a:lnTo>
                <a:lnTo>
                  <a:pt x="448809" y="2072067"/>
                </a:lnTo>
                <a:lnTo>
                  <a:pt x="467070" y="2113778"/>
                </a:lnTo>
                <a:lnTo>
                  <a:pt x="485664" y="2155308"/>
                </a:lnTo>
                <a:lnTo>
                  <a:pt x="504592" y="2196655"/>
                </a:lnTo>
                <a:lnTo>
                  <a:pt x="523771" y="2237857"/>
                </a:lnTo>
                <a:lnTo>
                  <a:pt x="523847" y="2238014"/>
                </a:lnTo>
                <a:lnTo>
                  <a:pt x="543437" y="2278794"/>
                </a:lnTo>
                <a:lnTo>
                  <a:pt x="563352" y="2319582"/>
                </a:lnTo>
                <a:lnTo>
                  <a:pt x="583593" y="2360181"/>
                </a:lnTo>
                <a:lnTo>
                  <a:pt x="604158" y="2400589"/>
                </a:lnTo>
                <a:lnTo>
                  <a:pt x="625046" y="2440804"/>
                </a:lnTo>
                <a:lnTo>
                  <a:pt x="646254" y="2480824"/>
                </a:lnTo>
                <a:lnTo>
                  <a:pt x="667781" y="2520647"/>
                </a:lnTo>
                <a:lnTo>
                  <a:pt x="689626" y="2560273"/>
                </a:lnTo>
                <a:lnTo>
                  <a:pt x="711786" y="2599699"/>
                </a:lnTo>
                <a:lnTo>
                  <a:pt x="734260" y="2638923"/>
                </a:lnTo>
                <a:lnTo>
                  <a:pt x="757046" y="2677944"/>
                </a:lnTo>
                <a:lnTo>
                  <a:pt x="780143" y="2716760"/>
                </a:lnTo>
                <a:lnTo>
                  <a:pt x="803548" y="2755370"/>
                </a:lnTo>
                <a:lnTo>
                  <a:pt x="827261" y="2793771"/>
                </a:lnTo>
                <a:lnTo>
                  <a:pt x="851279" y="2831963"/>
                </a:lnTo>
                <a:lnTo>
                  <a:pt x="875600" y="2869942"/>
                </a:lnTo>
                <a:lnTo>
                  <a:pt x="900224" y="2907708"/>
                </a:lnTo>
                <a:lnTo>
                  <a:pt x="925148" y="2945259"/>
                </a:lnTo>
                <a:lnTo>
                  <a:pt x="950371" y="2982594"/>
                </a:lnTo>
                <a:lnTo>
                  <a:pt x="975890" y="3019710"/>
                </a:lnTo>
                <a:lnTo>
                  <a:pt x="1001705" y="3056605"/>
                </a:lnTo>
                <a:lnTo>
                  <a:pt x="1027813" y="3093279"/>
                </a:lnTo>
                <a:lnTo>
                  <a:pt x="1054212" y="3129729"/>
                </a:lnTo>
                <a:lnTo>
                  <a:pt x="1080902" y="3165953"/>
                </a:lnTo>
                <a:lnTo>
                  <a:pt x="1107880" y="3201951"/>
                </a:lnTo>
                <a:lnTo>
                  <a:pt x="1135145" y="3237720"/>
                </a:lnTo>
                <a:lnTo>
                  <a:pt x="1162695" y="3273258"/>
                </a:lnTo>
                <a:lnTo>
                  <a:pt x="1190528" y="3308564"/>
                </a:lnTo>
                <a:lnTo>
                  <a:pt x="1218643" y="3343637"/>
                </a:lnTo>
                <a:lnTo>
                  <a:pt x="1247037" y="3378474"/>
                </a:lnTo>
                <a:lnTo>
                  <a:pt x="1275710" y="3413073"/>
                </a:lnTo>
                <a:lnTo>
                  <a:pt x="1304659" y="3447434"/>
                </a:lnTo>
                <a:lnTo>
                  <a:pt x="1333882" y="3481554"/>
                </a:lnTo>
                <a:lnTo>
                  <a:pt x="1363379" y="3515432"/>
                </a:lnTo>
                <a:lnTo>
                  <a:pt x="1393147" y="3549065"/>
                </a:lnTo>
                <a:lnTo>
                  <a:pt x="1423185" y="3582453"/>
                </a:lnTo>
                <a:lnTo>
                  <a:pt x="1453491" y="3615593"/>
                </a:lnTo>
                <a:lnTo>
                  <a:pt x="1484063" y="3648484"/>
                </a:lnTo>
                <a:lnTo>
                  <a:pt x="1514899" y="3681125"/>
                </a:lnTo>
                <a:lnTo>
                  <a:pt x="1545998" y="3713512"/>
                </a:lnTo>
                <a:lnTo>
                  <a:pt x="1577358" y="3745646"/>
                </a:lnTo>
                <a:lnTo>
                  <a:pt x="1608978" y="3777523"/>
                </a:lnTo>
                <a:lnTo>
                  <a:pt x="1640855" y="3809143"/>
                </a:lnTo>
                <a:lnTo>
                  <a:pt x="1672989" y="3840503"/>
                </a:lnTo>
                <a:lnTo>
                  <a:pt x="1705376" y="3871602"/>
                </a:lnTo>
                <a:lnTo>
                  <a:pt x="1738017" y="3902438"/>
                </a:lnTo>
                <a:lnTo>
                  <a:pt x="1770908" y="3933010"/>
                </a:lnTo>
                <a:lnTo>
                  <a:pt x="1804048" y="3963316"/>
                </a:lnTo>
                <a:lnTo>
                  <a:pt x="1837436" y="3993353"/>
                </a:lnTo>
                <a:lnTo>
                  <a:pt x="1871069" y="4023122"/>
                </a:lnTo>
                <a:lnTo>
                  <a:pt x="1904947" y="4052618"/>
                </a:lnTo>
                <a:lnTo>
                  <a:pt x="1939067" y="4081842"/>
                </a:lnTo>
                <a:lnTo>
                  <a:pt x="1973428" y="4110791"/>
                </a:lnTo>
                <a:lnTo>
                  <a:pt x="2008027" y="4139464"/>
                </a:lnTo>
                <a:lnTo>
                  <a:pt x="2042864" y="4167858"/>
                </a:lnTo>
                <a:lnTo>
                  <a:pt x="2077936" y="4195973"/>
                </a:lnTo>
                <a:lnTo>
                  <a:pt x="2113243" y="4223806"/>
                </a:lnTo>
                <a:lnTo>
                  <a:pt x="2148781" y="4251356"/>
                </a:lnTo>
                <a:lnTo>
                  <a:pt x="2184550" y="4278620"/>
                </a:lnTo>
                <a:lnTo>
                  <a:pt x="2220548" y="4305599"/>
                </a:lnTo>
                <a:lnTo>
                  <a:pt x="2256772" y="4332289"/>
                </a:lnTo>
                <a:lnTo>
                  <a:pt x="2293110" y="4358796"/>
                </a:lnTo>
                <a:lnTo>
                  <a:pt x="2329896" y="4384796"/>
                </a:lnTo>
                <a:lnTo>
                  <a:pt x="2366791" y="4410611"/>
                </a:lnTo>
                <a:lnTo>
                  <a:pt x="2403907" y="4436130"/>
                </a:lnTo>
                <a:lnTo>
                  <a:pt x="2441241" y="4461353"/>
                </a:lnTo>
                <a:lnTo>
                  <a:pt x="2478792" y="4486277"/>
                </a:lnTo>
                <a:lnTo>
                  <a:pt x="2516559" y="4510900"/>
                </a:lnTo>
                <a:lnTo>
                  <a:pt x="2554538" y="4535222"/>
                </a:lnTo>
                <a:lnTo>
                  <a:pt x="2592730" y="4559240"/>
                </a:lnTo>
                <a:lnTo>
                  <a:pt x="2631131" y="4582953"/>
                </a:lnTo>
                <a:lnTo>
                  <a:pt x="2669741" y="4606358"/>
                </a:lnTo>
                <a:lnTo>
                  <a:pt x="2708557" y="4629455"/>
                </a:lnTo>
                <a:lnTo>
                  <a:pt x="2747578" y="4652241"/>
                </a:lnTo>
                <a:lnTo>
                  <a:pt x="2786802" y="4674715"/>
                </a:lnTo>
                <a:lnTo>
                  <a:pt x="2826228" y="4696875"/>
                </a:lnTo>
                <a:lnTo>
                  <a:pt x="2865854" y="4718720"/>
                </a:lnTo>
                <a:lnTo>
                  <a:pt x="2905677" y="4740247"/>
                </a:lnTo>
                <a:lnTo>
                  <a:pt x="2945697" y="4761455"/>
                </a:lnTo>
                <a:lnTo>
                  <a:pt x="2985912" y="4782342"/>
                </a:lnTo>
                <a:lnTo>
                  <a:pt x="3026320" y="4802908"/>
                </a:lnTo>
                <a:lnTo>
                  <a:pt x="3066919" y="4823148"/>
                </a:lnTo>
                <a:lnTo>
                  <a:pt x="3107707" y="4843063"/>
                </a:lnTo>
                <a:lnTo>
                  <a:pt x="3148683" y="4862651"/>
                </a:lnTo>
                <a:lnTo>
                  <a:pt x="3189846" y="4881909"/>
                </a:lnTo>
                <a:lnTo>
                  <a:pt x="3231193" y="4900837"/>
                </a:lnTo>
                <a:lnTo>
                  <a:pt x="3272723" y="4919431"/>
                </a:lnTo>
                <a:lnTo>
                  <a:pt x="3314434" y="4937692"/>
                </a:lnTo>
                <a:lnTo>
                  <a:pt x="3356324" y="4955616"/>
                </a:lnTo>
                <a:lnTo>
                  <a:pt x="3398391" y="4973203"/>
                </a:lnTo>
                <a:lnTo>
                  <a:pt x="3440635" y="4990450"/>
                </a:lnTo>
                <a:lnTo>
                  <a:pt x="3483053" y="5007356"/>
                </a:lnTo>
                <a:lnTo>
                  <a:pt x="3525644" y="5023919"/>
                </a:lnTo>
                <a:lnTo>
                  <a:pt x="3568405" y="5040137"/>
                </a:lnTo>
                <a:lnTo>
                  <a:pt x="3611335" y="5056009"/>
                </a:lnTo>
                <a:lnTo>
                  <a:pt x="3654433" y="5071534"/>
                </a:lnTo>
                <a:lnTo>
                  <a:pt x="3697697" y="5086708"/>
                </a:lnTo>
                <a:lnTo>
                  <a:pt x="3741124" y="5101532"/>
                </a:lnTo>
                <a:lnTo>
                  <a:pt x="3784714" y="5116002"/>
                </a:lnTo>
                <a:lnTo>
                  <a:pt x="3828465" y="5130117"/>
                </a:lnTo>
                <a:lnTo>
                  <a:pt x="3872374" y="5143876"/>
                </a:lnTo>
                <a:lnTo>
                  <a:pt x="3916441" y="5157277"/>
                </a:lnTo>
                <a:lnTo>
                  <a:pt x="3960663" y="5170317"/>
                </a:lnTo>
                <a:lnTo>
                  <a:pt x="4005039" y="5182996"/>
                </a:lnTo>
                <a:lnTo>
                  <a:pt x="4049567" y="5195312"/>
                </a:lnTo>
                <a:lnTo>
                  <a:pt x="4094245" y="5207263"/>
                </a:lnTo>
                <a:lnTo>
                  <a:pt x="4139072" y="5218847"/>
                </a:lnTo>
                <a:lnTo>
                  <a:pt x="4184046" y="5230063"/>
                </a:lnTo>
                <a:lnTo>
                  <a:pt x="4229165" y="5240909"/>
                </a:lnTo>
                <a:lnTo>
                  <a:pt x="4274428" y="5251382"/>
                </a:lnTo>
                <a:lnTo>
                  <a:pt x="4319833" y="5261483"/>
                </a:lnTo>
                <a:lnTo>
                  <a:pt x="4365378" y="5271208"/>
                </a:lnTo>
                <a:lnTo>
                  <a:pt x="4375664" y="5273313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5583270" y="3838497"/>
            <a:ext cx="2705100" cy="1435100"/>
          </a:xfrm>
          <a:custGeom>
            <a:avLst/>
            <a:gdLst/>
            <a:ahLst/>
            <a:cxnLst/>
            <a:rect l="l" t="t" r="r" b="b"/>
            <a:pathLst>
              <a:path w="2705100" h="1435100">
                <a:moveTo>
                  <a:pt x="0" y="1434813"/>
                </a:moveTo>
                <a:lnTo>
                  <a:pt x="55831" y="1422983"/>
                </a:lnTo>
                <a:lnTo>
                  <a:pt x="101236" y="1412883"/>
                </a:lnTo>
                <a:lnTo>
                  <a:pt x="146498" y="1402409"/>
                </a:lnTo>
                <a:lnTo>
                  <a:pt x="191618" y="1391564"/>
                </a:lnTo>
                <a:lnTo>
                  <a:pt x="236592" y="1380348"/>
                </a:lnTo>
                <a:lnTo>
                  <a:pt x="281419" y="1368764"/>
                </a:lnTo>
                <a:lnTo>
                  <a:pt x="326097" y="1356813"/>
                </a:lnTo>
                <a:lnTo>
                  <a:pt x="370625" y="1344497"/>
                </a:lnTo>
                <a:lnTo>
                  <a:pt x="415001" y="1331818"/>
                </a:lnTo>
                <a:lnTo>
                  <a:pt x="459223" y="1318777"/>
                </a:lnTo>
                <a:lnTo>
                  <a:pt x="503290" y="1305376"/>
                </a:lnTo>
                <a:lnTo>
                  <a:pt x="547199" y="1291618"/>
                </a:lnTo>
                <a:lnTo>
                  <a:pt x="590950" y="1277502"/>
                </a:lnTo>
                <a:lnTo>
                  <a:pt x="634540" y="1263032"/>
                </a:lnTo>
                <a:lnTo>
                  <a:pt x="677967" y="1248209"/>
                </a:lnTo>
                <a:lnTo>
                  <a:pt x="721231" y="1233034"/>
                </a:lnTo>
                <a:lnTo>
                  <a:pt x="764329" y="1217510"/>
                </a:lnTo>
                <a:lnTo>
                  <a:pt x="807259" y="1201638"/>
                </a:lnTo>
                <a:lnTo>
                  <a:pt x="850020" y="1185419"/>
                </a:lnTo>
                <a:lnTo>
                  <a:pt x="892611" y="1168856"/>
                </a:lnTo>
                <a:lnTo>
                  <a:pt x="935029" y="1151950"/>
                </a:lnTo>
                <a:lnTo>
                  <a:pt x="977272" y="1134703"/>
                </a:lnTo>
                <a:lnTo>
                  <a:pt x="1019340" y="1117117"/>
                </a:lnTo>
                <a:lnTo>
                  <a:pt x="1061230" y="1099192"/>
                </a:lnTo>
                <a:lnTo>
                  <a:pt x="1102941" y="1080932"/>
                </a:lnTo>
                <a:lnTo>
                  <a:pt x="1144471" y="1062337"/>
                </a:lnTo>
                <a:lnTo>
                  <a:pt x="1185818" y="1043410"/>
                </a:lnTo>
                <a:lnTo>
                  <a:pt x="1226980" y="1024152"/>
                </a:lnTo>
                <a:lnTo>
                  <a:pt x="1267957" y="1004564"/>
                </a:lnTo>
                <a:lnTo>
                  <a:pt x="1308745" y="984649"/>
                </a:lnTo>
                <a:lnTo>
                  <a:pt x="1349344" y="964408"/>
                </a:lnTo>
                <a:lnTo>
                  <a:pt x="1389752" y="943843"/>
                </a:lnTo>
                <a:lnTo>
                  <a:pt x="1429967" y="922956"/>
                </a:lnTo>
                <a:lnTo>
                  <a:pt x="1469987" y="901747"/>
                </a:lnTo>
                <a:lnTo>
                  <a:pt x="1509810" y="880220"/>
                </a:lnTo>
                <a:lnTo>
                  <a:pt x="1549436" y="858376"/>
                </a:lnTo>
                <a:lnTo>
                  <a:pt x="1588862" y="836216"/>
                </a:lnTo>
                <a:lnTo>
                  <a:pt x="1628086" y="813742"/>
                </a:lnTo>
                <a:lnTo>
                  <a:pt x="1667107" y="790955"/>
                </a:lnTo>
                <a:lnTo>
                  <a:pt x="1705923" y="767859"/>
                </a:lnTo>
                <a:lnTo>
                  <a:pt x="1744533" y="744453"/>
                </a:lnTo>
                <a:lnTo>
                  <a:pt x="1782934" y="720741"/>
                </a:lnTo>
                <a:lnTo>
                  <a:pt x="1821126" y="696723"/>
                </a:lnTo>
                <a:lnTo>
                  <a:pt x="1859105" y="672401"/>
                </a:lnTo>
                <a:lnTo>
                  <a:pt x="1896871" y="647777"/>
                </a:lnTo>
                <a:lnTo>
                  <a:pt x="1934422" y="622853"/>
                </a:lnTo>
                <a:lnTo>
                  <a:pt x="1971757" y="597631"/>
                </a:lnTo>
                <a:lnTo>
                  <a:pt x="2008872" y="572111"/>
                </a:lnTo>
                <a:lnTo>
                  <a:pt x="2045768" y="546297"/>
                </a:lnTo>
                <a:lnTo>
                  <a:pt x="2082554" y="520297"/>
                </a:lnTo>
                <a:lnTo>
                  <a:pt x="2118892" y="493789"/>
                </a:lnTo>
                <a:lnTo>
                  <a:pt x="2155116" y="467099"/>
                </a:lnTo>
                <a:lnTo>
                  <a:pt x="2191114" y="440121"/>
                </a:lnTo>
                <a:lnTo>
                  <a:pt x="2226883" y="412856"/>
                </a:lnTo>
                <a:lnTo>
                  <a:pt x="2262421" y="385306"/>
                </a:lnTo>
                <a:lnTo>
                  <a:pt x="2297727" y="357473"/>
                </a:lnTo>
                <a:lnTo>
                  <a:pt x="2332800" y="329359"/>
                </a:lnTo>
                <a:lnTo>
                  <a:pt x="2367637" y="300964"/>
                </a:lnTo>
                <a:lnTo>
                  <a:pt x="2402236" y="272292"/>
                </a:lnTo>
                <a:lnTo>
                  <a:pt x="2436597" y="243343"/>
                </a:lnTo>
                <a:lnTo>
                  <a:pt x="2470717" y="214119"/>
                </a:lnTo>
                <a:lnTo>
                  <a:pt x="2504595" y="184622"/>
                </a:lnTo>
                <a:lnTo>
                  <a:pt x="2538228" y="154854"/>
                </a:lnTo>
                <a:lnTo>
                  <a:pt x="2571616" y="124816"/>
                </a:lnTo>
                <a:lnTo>
                  <a:pt x="2604756" y="94511"/>
                </a:lnTo>
                <a:lnTo>
                  <a:pt x="2637647" y="63939"/>
                </a:lnTo>
                <a:lnTo>
                  <a:pt x="2670287" y="33103"/>
                </a:lnTo>
                <a:lnTo>
                  <a:pt x="2702675" y="2003"/>
                </a:lnTo>
                <a:lnTo>
                  <a:pt x="2704728" y="0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6313641" y="910464"/>
            <a:ext cx="942975" cy="236854"/>
          </a:xfrm>
          <a:custGeom>
            <a:avLst/>
            <a:gdLst/>
            <a:ahLst/>
            <a:cxnLst/>
            <a:rect l="l" t="t" r="r" b="b"/>
            <a:pathLst>
              <a:path w="942975" h="236855">
                <a:moveTo>
                  <a:pt x="118169" y="236339"/>
                </a:moveTo>
                <a:lnTo>
                  <a:pt x="72161" y="227056"/>
                </a:lnTo>
                <a:lnTo>
                  <a:pt x="34601" y="201737"/>
                </a:lnTo>
                <a:lnTo>
                  <a:pt x="9282" y="164177"/>
                </a:lnTo>
                <a:lnTo>
                  <a:pt x="0" y="118169"/>
                </a:lnTo>
                <a:lnTo>
                  <a:pt x="9282" y="72161"/>
                </a:lnTo>
                <a:lnTo>
                  <a:pt x="34601" y="34601"/>
                </a:lnTo>
                <a:lnTo>
                  <a:pt x="72161" y="9282"/>
                </a:lnTo>
                <a:lnTo>
                  <a:pt x="118169" y="0"/>
                </a:lnTo>
                <a:lnTo>
                  <a:pt x="164177" y="9282"/>
                </a:lnTo>
                <a:lnTo>
                  <a:pt x="201737" y="34601"/>
                </a:lnTo>
                <a:lnTo>
                  <a:pt x="227056" y="72161"/>
                </a:lnTo>
                <a:lnTo>
                  <a:pt x="236339" y="118169"/>
                </a:lnTo>
                <a:lnTo>
                  <a:pt x="227056" y="164177"/>
                </a:lnTo>
                <a:lnTo>
                  <a:pt x="201737" y="201737"/>
                </a:lnTo>
                <a:lnTo>
                  <a:pt x="164177" y="227056"/>
                </a:lnTo>
                <a:lnTo>
                  <a:pt x="118169" y="236339"/>
                </a:lnTo>
                <a:close/>
              </a:path>
              <a:path w="942975" h="236855">
                <a:moveTo>
                  <a:pt x="827186" y="236339"/>
                </a:moveTo>
                <a:lnTo>
                  <a:pt x="781179" y="227056"/>
                </a:lnTo>
                <a:lnTo>
                  <a:pt x="743618" y="201737"/>
                </a:lnTo>
                <a:lnTo>
                  <a:pt x="718299" y="164177"/>
                </a:lnTo>
                <a:lnTo>
                  <a:pt x="709017" y="118169"/>
                </a:lnTo>
                <a:lnTo>
                  <a:pt x="718299" y="72161"/>
                </a:lnTo>
                <a:lnTo>
                  <a:pt x="743618" y="34601"/>
                </a:lnTo>
                <a:lnTo>
                  <a:pt x="781179" y="9282"/>
                </a:lnTo>
                <a:lnTo>
                  <a:pt x="827186" y="0"/>
                </a:lnTo>
                <a:lnTo>
                  <a:pt x="873194" y="9282"/>
                </a:lnTo>
                <a:lnTo>
                  <a:pt x="910754" y="34601"/>
                </a:lnTo>
                <a:lnTo>
                  <a:pt x="936073" y="72161"/>
                </a:lnTo>
                <a:lnTo>
                  <a:pt x="942751" y="105262"/>
                </a:lnTo>
                <a:lnTo>
                  <a:pt x="942751" y="131076"/>
                </a:lnTo>
                <a:lnTo>
                  <a:pt x="936073" y="164177"/>
                </a:lnTo>
                <a:lnTo>
                  <a:pt x="910754" y="201737"/>
                </a:lnTo>
                <a:lnTo>
                  <a:pt x="873194" y="227056"/>
                </a:lnTo>
                <a:lnTo>
                  <a:pt x="827186" y="236339"/>
                </a:lnTo>
                <a:close/>
              </a:path>
              <a:path w="942975" h="236855">
                <a:moveTo>
                  <a:pt x="472678" y="236339"/>
                </a:moveTo>
                <a:lnTo>
                  <a:pt x="426670" y="227056"/>
                </a:lnTo>
                <a:lnTo>
                  <a:pt x="389110" y="201737"/>
                </a:lnTo>
                <a:lnTo>
                  <a:pt x="363791" y="164177"/>
                </a:lnTo>
                <a:lnTo>
                  <a:pt x="354508" y="118169"/>
                </a:lnTo>
                <a:lnTo>
                  <a:pt x="363791" y="72161"/>
                </a:lnTo>
                <a:lnTo>
                  <a:pt x="389110" y="34601"/>
                </a:lnTo>
                <a:lnTo>
                  <a:pt x="426670" y="9282"/>
                </a:lnTo>
                <a:lnTo>
                  <a:pt x="472678" y="0"/>
                </a:lnTo>
                <a:lnTo>
                  <a:pt x="518685" y="9282"/>
                </a:lnTo>
                <a:lnTo>
                  <a:pt x="556246" y="34601"/>
                </a:lnTo>
                <a:lnTo>
                  <a:pt x="581564" y="72161"/>
                </a:lnTo>
                <a:lnTo>
                  <a:pt x="590847" y="118169"/>
                </a:lnTo>
                <a:lnTo>
                  <a:pt x="581564" y="164177"/>
                </a:lnTo>
                <a:lnTo>
                  <a:pt x="556246" y="201737"/>
                </a:lnTo>
                <a:lnTo>
                  <a:pt x="518685" y="227056"/>
                </a:lnTo>
                <a:lnTo>
                  <a:pt x="472678" y="236339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706082" y="195220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03850" y="2206298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948235" y="4447338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135560" y="456170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948235" y="3107361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4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6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135560" y="322172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948235" y="511575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6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135560" y="523011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948235" y="3776485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135560" y="3890849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948235" y="6455729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135560" y="6570093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948235" y="5784876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1135560" y="5899240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8742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7000" spc="295">
                <a:solidFill>
                  <a:srgbClr val="181818"/>
                </a:solidFill>
              </a:rPr>
              <a:t>Introduction</a:t>
            </a:r>
            <a:endParaRPr sz="7000"/>
          </a:p>
        </p:txBody>
      </p:sp>
      <p:sp>
        <p:nvSpPr>
          <p:cNvPr id="34" name="object 34" descr=""/>
          <p:cNvSpPr/>
          <p:nvPr/>
        </p:nvSpPr>
        <p:spPr>
          <a:xfrm>
            <a:off x="948235" y="7123359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1135560" y="7237723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948235" y="7790991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6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135560" y="7905354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11589487" y="7691856"/>
            <a:ext cx="5045075" cy="2595245"/>
          </a:xfrm>
          <a:custGeom>
            <a:avLst/>
            <a:gdLst/>
            <a:ahLst/>
            <a:cxnLst/>
            <a:rect l="l" t="t" r="r" b="b"/>
            <a:pathLst>
              <a:path w="5045075" h="2595245">
                <a:moveTo>
                  <a:pt x="2654084" y="17602"/>
                </a:moveTo>
                <a:lnTo>
                  <a:pt x="2604300" y="12001"/>
                </a:lnTo>
                <a:lnTo>
                  <a:pt x="2554452" y="7467"/>
                </a:lnTo>
                <a:lnTo>
                  <a:pt x="2504567" y="4013"/>
                </a:lnTo>
                <a:lnTo>
                  <a:pt x="2454656" y="1612"/>
                </a:lnTo>
                <a:lnTo>
                  <a:pt x="2404732" y="279"/>
                </a:lnTo>
                <a:lnTo>
                  <a:pt x="2354808" y="0"/>
                </a:lnTo>
                <a:lnTo>
                  <a:pt x="2304923" y="774"/>
                </a:lnTo>
                <a:lnTo>
                  <a:pt x="2255075" y="2603"/>
                </a:lnTo>
                <a:lnTo>
                  <a:pt x="2205278" y="5486"/>
                </a:lnTo>
                <a:lnTo>
                  <a:pt x="2155558" y="9410"/>
                </a:lnTo>
                <a:lnTo>
                  <a:pt x="2105939" y="14376"/>
                </a:lnTo>
                <a:lnTo>
                  <a:pt x="2056422" y="20396"/>
                </a:lnTo>
                <a:lnTo>
                  <a:pt x="2007031" y="27432"/>
                </a:lnTo>
                <a:lnTo>
                  <a:pt x="1957793" y="35509"/>
                </a:lnTo>
                <a:lnTo>
                  <a:pt x="1908708" y="44615"/>
                </a:lnTo>
                <a:lnTo>
                  <a:pt x="1859800" y="54749"/>
                </a:lnTo>
                <a:lnTo>
                  <a:pt x="1811083" y="65900"/>
                </a:lnTo>
                <a:lnTo>
                  <a:pt x="1762582" y="78079"/>
                </a:lnTo>
                <a:lnTo>
                  <a:pt x="1714309" y="91274"/>
                </a:lnTo>
                <a:lnTo>
                  <a:pt x="1666278" y="105486"/>
                </a:lnTo>
                <a:lnTo>
                  <a:pt x="1618513" y="120700"/>
                </a:lnTo>
                <a:lnTo>
                  <a:pt x="1571028" y="136931"/>
                </a:lnTo>
                <a:lnTo>
                  <a:pt x="1523834" y="154152"/>
                </a:lnTo>
                <a:lnTo>
                  <a:pt x="1476946" y="172389"/>
                </a:lnTo>
                <a:lnTo>
                  <a:pt x="1430401" y="191617"/>
                </a:lnTo>
                <a:lnTo>
                  <a:pt x="1384198" y="211836"/>
                </a:lnTo>
                <a:lnTo>
                  <a:pt x="1339227" y="232638"/>
                </a:lnTo>
                <a:lnTo>
                  <a:pt x="1294828" y="254279"/>
                </a:lnTo>
                <a:lnTo>
                  <a:pt x="1251000" y="276771"/>
                </a:lnTo>
                <a:lnTo>
                  <a:pt x="1207744" y="300075"/>
                </a:lnTo>
                <a:lnTo>
                  <a:pt x="1165085" y="324205"/>
                </a:lnTo>
                <a:lnTo>
                  <a:pt x="1123022" y="349135"/>
                </a:lnTo>
                <a:lnTo>
                  <a:pt x="1081570" y="374865"/>
                </a:lnTo>
                <a:lnTo>
                  <a:pt x="1040714" y="401370"/>
                </a:lnTo>
                <a:lnTo>
                  <a:pt x="1000493" y="428650"/>
                </a:lnTo>
                <a:lnTo>
                  <a:pt x="960907" y="456692"/>
                </a:lnTo>
                <a:lnTo>
                  <a:pt x="921956" y="485482"/>
                </a:lnTo>
                <a:lnTo>
                  <a:pt x="883653" y="514997"/>
                </a:lnTo>
                <a:lnTo>
                  <a:pt x="846010" y="545249"/>
                </a:lnTo>
                <a:lnTo>
                  <a:pt x="809028" y="576211"/>
                </a:lnTo>
                <a:lnTo>
                  <a:pt x="772718" y="607885"/>
                </a:lnTo>
                <a:lnTo>
                  <a:pt x="737095" y="640245"/>
                </a:lnTo>
                <a:lnTo>
                  <a:pt x="702170" y="673290"/>
                </a:lnTo>
                <a:lnTo>
                  <a:pt x="667931" y="706996"/>
                </a:lnTo>
                <a:lnTo>
                  <a:pt x="634415" y="741375"/>
                </a:lnTo>
                <a:lnTo>
                  <a:pt x="601599" y="776389"/>
                </a:lnTo>
                <a:lnTo>
                  <a:pt x="569518" y="812050"/>
                </a:lnTo>
                <a:lnTo>
                  <a:pt x="538162" y="848321"/>
                </a:lnTo>
                <a:lnTo>
                  <a:pt x="507555" y="885215"/>
                </a:lnTo>
                <a:lnTo>
                  <a:pt x="477697" y="922718"/>
                </a:lnTo>
                <a:lnTo>
                  <a:pt x="448602" y="960805"/>
                </a:lnTo>
                <a:lnTo>
                  <a:pt x="420268" y="999464"/>
                </a:lnTo>
                <a:lnTo>
                  <a:pt x="392709" y="1038707"/>
                </a:lnTo>
                <a:lnTo>
                  <a:pt x="365937" y="1078496"/>
                </a:lnTo>
                <a:lnTo>
                  <a:pt x="339966" y="1118844"/>
                </a:lnTo>
                <a:lnTo>
                  <a:pt x="314782" y="1159713"/>
                </a:lnTo>
                <a:lnTo>
                  <a:pt x="290410" y="1201115"/>
                </a:lnTo>
                <a:lnTo>
                  <a:pt x="266865" y="1243025"/>
                </a:lnTo>
                <a:lnTo>
                  <a:pt x="244144" y="1285443"/>
                </a:lnTo>
                <a:lnTo>
                  <a:pt x="222262" y="1328343"/>
                </a:lnTo>
                <a:lnTo>
                  <a:pt x="201218" y="1371727"/>
                </a:lnTo>
                <a:lnTo>
                  <a:pt x="181025" y="1415580"/>
                </a:lnTo>
                <a:lnTo>
                  <a:pt x="161696" y="1459890"/>
                </a:lnTo>
                <a:lnTo>
                  <a:pt x="143243" y="1504632"/>
                </a:lnTo>
                <a:lnTo>
                  <a:pt x="125653" y="1549819"/>
                </a:lnTo>
                <a:lnTo>
                  <a:pt x="108966" y="1595437"/>
                </a:lnTo>
                <a:lnTo>
                  <a:pt x="93154" y="1641462"/>
                </a:lnTo>
                <a:lnTo>
                  <a:pt x="78270" y="1687880"/>
                </a:lnTo>
                <a:lnTo>
                  <a:pt x="64274" y="1734693"/>
                </a:lnTo>
                <a:lnTo>
                  <a:pt x="51219" y="1781886"/>
                </a:lnTo>
                <a:lnTo>
                  <a:pt x="39077" y="1829435"/>
                </a:lnTo>
                <a:lnTo>
                  <a:pt x="27889" y="1877352"/>
                </a:lnTo>
                <a:lnTo>
                  <a:pt x="17627" y="1925599"/>
                </a:lnTo>
                <a:lnTo>
                  <a:pt x="8331" y="1974189"/>
                </a:lnTo>
                <a:lnTo>
                  <a:pt x="0" y="2023110"/>
                </a:lnTo>
                <a:lnTo>
                  <a:pt x="16548" y="2026818"/>
                </a:lnTo>
                <a:lnTo>
                  <a:pt x="24993" y="1977263"/>
                </a:lnTo>
                <a:lnTo>
                  <a:pt x="34442" y="1928050"/>
                </a:lnTo>
                <a:lnTo>
                  <a:pt x="44881" y="1879168"/>
                </a:lnTo>
                <a:lnTo>
                  <a:pt x="56299" y="1830654"/>
                </a:lnTo>
                <a:lnTo>
                  <a:pt x="68694" y="1782508"/>
                </a:lnTo>
                <a:lnTo>
                  <a:pt x="82042" y="1734743"/>
                </a:lnTo>
                <a:lnTo>
                  <a:pt x="96342" y="1687372"/>
                </a:lnTo>
                <a:lnTo>
                  <a:pt x="111594" y="1640395"/>
                </a:lnTo>
                <a:lnTo>
                  <a:pt x="127774" y="1593850"/>
                </a:lnTo>
                <a:lnTo>
                  <a:pt x="144881" y="1547723"/>
                </a:lnTo>
                <a:lnTo>
                  <a:pt x="162902" y="1502041"/>
                </a:lnTo>
                <a:lnTo>
                  <a:pt x="181825" y="1456804"/>
                </a:lnTo>
                <a:lnTo>
                  <a:pt x="201663" y="1412036"/>
                </a:lnTo>
                <a:lnTo>
                  <a:pt x="222377" y="1367739"/>
                </a:lnTo>
                <a:lnTo>
                  <a:pt x="243979" y="1323924"/>
                </a:lnTo>
                <a:lnTo>
                  <a:pt x="266446" y="1280617"/>
                </a:lnTo>
                <a:lnTo>
                  <a:pt x="289788" y="1237818"/>
                </a:lnTo>
                <a:lnTo>
                  <a:pt x="313969" y="1195539"/>
                </a:lnTo>
                <a:lnTo>
                  <a:pt x="339001" y="1153795"/>
                </a:lnTo>
                <a:lnTo>
                  <a:pt x="364871" y="1112608"/>
                </a:lnTo>
                <a:lnTo>
                  <a:pt x="391566" y="1071968"/>
                </a:lnTo>
                <a:lnTo>
                  <a:pt x="419074" y="1031900"/>
                </a:lnTo>
                <a:lnTo>
                  <a:pt x="447395" y="992416"/>
                </a:lnTo>
                <a:lnTo>
                  <a:pt x="476516" y="953516"/>
                </a:lnTo>
                <a:lnTo>
                  <a:pt x="506425" y="915225"/>
                </a:lnTo>
                <a:lnTo>
                  <a:pt x="537121" y="877557"/>
                </a:lnTo>
                <a:lnTo>
                  <a:pt x="568579" y="840524"/>
                </a:lnTo>
                <a:lnTo>
                  <a:pt x="600811" y="804113"/>
                </a:lnTo>
                <a:lnTo>
                  <a:pt x="633793" y="768362"/>
                </a:lnTo>
                <a:lnTo>
                  <a:pt x="667524" y="733285"/>
                </a:lnTo>
                <a:lnTo>
                  <a:pt x="701992" y="698881"/>
                </a:lnTo>
                <a:lnTo>
                  <a:pt x="737184" y="665149"/>
                </a:lnTo>
                <a:lnTo>
                  <a:pt x="773087" y="632129"/>
                </a:lnTo>
                <a:lnTo>
                  <a:pt x="809713" y="599821"/>
                </a:lnTo>
                <a:lnTo>
                  <a:pt x="847026" y="568236"/>
                </a:lnTo>
                <a:lnTo>
                  <a:pt x="885037" y="537387"/>
                </a:lnTo>
                <a:lnTo>
                  <a:pt x="923734" y="507288"/>
                </a:lnTo>
                <a:lnTo>
                  <a:pt x="963104" y="477939"/>
                </a:lnTo>
                <a:lnTo>
                  <a:pt x="1003134" y="449376"/>
                </a:lnTo>
                <a:lnTo>
                  <a:pt x="1043825" y="421576"/>
                </a:lnTo>
                <a:lnTo>
                  <a:pt x="1085164" y="394589"/>
                </a:lnTo>
                <a:lnTo>
                  <a:pt x="1127137" y="368388"/>
                </a:lnTo>
                <a:lnTo>
                  <a:pt x="1169733" y="343027"/>
                </a:lnTo>
                <a:lnTo>
                  <a:pt x="1212951" y="318477"/>
                </a:lnTo>
                <a:lnTo>
                  <a:pt x="1256792" y="294779"/>
                </a:lnTo>
                <a:lnTo>
                  <a:pt x="1301216" y="271932"/>
                </a:lnTo>
                <a:lnTo>
                  <a:pt x="1346250" y="249948"/>
                </a:lnTo>
                <a:lnTo>
                  <a:pt x="1391856" y="228841"/>
                </a:lnTo>
                <a:lnTo>
                  <a:pt x="1437703" y="208775"/>
                </a:lnTo>
                <a:lnTo>
                  <a:pt x="1483880" y="189687"/>
                </a:lnTo>
                <a:lnTo>
                  <a:pt x="1530388" y="171577"/>
                </a:lnTo>
                <a:lnTo>
                  <a:pt x="1577213" y="154470"/>
                </a:lnTo>
                <a:lnTo>
                  <a:pt x="1624317" y="138341"/>
                </a:lnTo>
                <a:lnTo>
                  <a:pt x="1671713" y="123215"/>
                </a:lnTo>
                <a:lnTo>
                  <a:pt x="1719364" y="109080"/>
                </a:lnTo>
                <a:lnTo>
                  <a:pt x="1767255" y="95961"/>
                </a:lnTo>
                <a:lnTo>
                  <a:pt x="1815376" y="83832"/>
                </a:lnTo>
                <a:lnTo>
                  <a:pt x="1863699" y="72720"/>
                </a:lnTo>
                <a:lnTo>
                  <a:pt x="1912239" y="62623"/>
                </a:lnTo>
                <a:lnTo>
                  <a:pt x="1960943" y="53543"/>
                </a:lnTo>
                <a:lnTo>
                  <a:pt x="2009813" y="45478"/>
                </a:lnTo>
                <a:lnTo>
                  <a:pt x="2058835" y="38430"/>
                </a:lnTo>
                <a:lnTo>
                  <a:pt x="2107984" y="32423"/>
                </a:lnTo>
                <a:lnTo>
                  <a:pt x="2157247" y="27432"/>
                </a:lnTo>
                <a:lnTo>
                  <a:pt x="2206599" y="23482"/>
                </a:lnTo>
                <a:lnTo>
                  <a:pt x="2256053" y="20561"/>
                </a:lnTo>
                <a:lnTo>
                  <a:pt x="2305558" y="18694"/>
                </a:lnTo>
                <a:lnTo>
                  <a:pt x="2355113" y="17856"/>
                </a:lnTo>
                <a:lnTo>
                  <a:pt x="2404707" y="18072"/>
                </a:lnTo>
                <a:lnTo>
                  <a:pt x="2454325" y="19342"/>
                </a:lnTo>
                <a:lnTo>
                  <a:pt x="2503932" y="21666"/>
                </a:lnTo>
                <a:lnTo>
                  <a:pt x="2553525" y="25044"/>
                </a:lnTo>
                <a:lnTo>
                  <a:pt x="2603093" y="29489"/>
                </a:lnTo>
                <a:lnTo>
                  <a:pt x="2652611" y="35001"/>
                </a:lnTo>
                <a:lnTo>
                  <a:pt x="2654084" y="17602"/>
                </a:lnTo>
                <a:close/>
              </a:path>
              <a:path w="5045075" h="2595245">
                <a:moveTo>
                  <a:pt x="5044948" y="2595143"/>
                </a:moveTo>
                <a:lnTo>
                  <a:pt x="5041824" y="2569006"/>
                </a:lnTo>
                <a:lnTo>
                  <a:pt x="5036375" y="2518206"/>
                </a:lnTo>
                <a:lnTo>
                  <a:pt x="5030038" y="2480106"/>
                </a:lnTo>
                <a:lnTo>
                  <a:pt x="5022799" y="2429306"/>
                </a:lnTo>
                <a:lnTo>
                  <a:pt x="5014658" y="2391206"/>
                </a:lnTo>
                <a:lnTo>
                  <a:pt x="5005616" y="2340406"/>
                </a:lnTo>
                <a:lnTo>
                  <a:pt x="4995659" y="2289606"/>
                </a:lnTo>
                <a:lnTo>
                  <a:pt x="4984775" y="2251506"/>
                </a:lnTo>
                <a:lnTo>
                  <a:pt x="4972977" y="2200706"/>
                </a:lnTo>
                <a:lnTo>
                  <a:pt x="4960251" y="2162606"/>
                </a:lnTo>
                <a:lnTo>
                  <a:pt x="4946599" y="2111806"/>
                </a:lnTo>
                <a:lnTo>
                  <a:pt x="4932019" y="2073706"/>
                </a:lnTo>
                <a:lnTo>
                  <a:pt x="4916487" y="2022906"/>
                </a:lnTo>
                <a:lnTo>
                  <a:pt x="4900015" y="1984806"/>
                </a:lnTo>
                <a:lnTo>
                  <a:pt x="4886490" y="1945386"/>
                </a:lnTo>
                <a:lnTo>
                  <a:pt x="4882591" y="1934006"/>
                </a:lnTo>
                <a:lnTo>
                  <a:pt x="4864227" y="1895906"/>
                </a:lnTo>
                <a:lnTo>
                  <a:pt x="4861509" y="1888794"/>
                </a:lnTo>
                <a:lnTo>
                  <a:pt x="4844897" y="1845106"/>
                </a:lnTo>
                <a:lnTo>
                  <a:pt x="4824704" y="1807006"/>
                </a:lnTo>
                <a:lnTo>
                  <a:pt x="4803737" y="1756206"/>
                </a:lnTo>
                <a:lnTo>
                  <a:pt x="4782020" y="1718106"/>
                </a:lnTo>
                <a:lnTo>
                  <a:pt x="4759553" y="1680006"/>
                </a:lnTo>
                <a:lnTo>
                  <a:pt x="4736363" y="1629206"/>
                </a:lnTo>
                <a:lnTo>
                  <a:pt x="4712449" y="1591106"/>
                </a:lnTo>
                <a:lnTo>
                  <a:pt x="4687836" y="1553006"/>
                </a:lnTo>
                <a:lnTo>
                  <a:pt x="4662513" y="1514906"/>
                </a:lnTo>
                <a:lnTo>
                  <a:pt x="4636516" y="1476806"/>
                </a:lnTo>
                <a:lnTo>
                  <a:pt x="4609846" y="1438706"/>
                </a:lnTo>
                <a:lnTo>
                  <a:pt x="4582566" y="1400683"/>
                </a:lnTo>
                <a:lnTo>
                  <a:pt x="4554525" y="1362506"/>
                </a:lnTo>
                <a:lnTo>
                  <a:pt x="4525911" y="1324406"/>
                </a:lnTo>
                <a:lnTo>
                  <a:pt x="4496663" y="1286306"/>
                </a:lnTo>
                <a:lnTo>
                  <a:pt x="4466806" y="1260906"/>
                </a:lnTo>
                <a:lnTo>
                  <a:pt x="4436351" y="1222806"/>
                </a:lnTo>
                <a:lnTo>
                  <a:pt x="4405300" y="1184706"/>
                </a:lnTo>
                <a:lnTo>
                  <a:pt x="4373677" y="1159306"/>
                </a:lnTo>
                <a:lnTo>
                  <a:pt x="4341482" y="1121206"/>
                </a:lnTo>
                <a:lnTo>
                  <a:pt x="4308729" y="1095806"/>
                </a:lnTo>
                <a:lnTo>
                  <a:pt x="4275442" y="1057706"/>
                </a:lnTo>
                <a:lnTo>
                  <a:pt x="4207281" y="1006906"/>
                </a:lnTo>
                <a:lnTo>
                  <a:pt x="4172432" y="968806"/>
                </a:lnTo>
                <a:lnTo>
                  <a:pt x="4101261" y="918006"/>
                </a:lnTo>
                <a:lnTo>
                  <a:pt x="4028211" y="867206"/>
                </a:lnTo>
                <a:lnTo>
                  <a:pt x="3953357" y="816406"/>
                </a:lnTo>
                <a:lnTo>
                  <a:pt x="3876802" y="765606"/>
                </a:lnTo>
                <a:lnTo>
                  <a:pt x="3837927" y="740206"/>
                </a:lnTo>
                <a:lnTo>
                  <a:pt x="3798646" y="727506"/>
                </a:lnTo>
                <a:lnTo>
                  <a:pt x="3758996" y="702106"/>
                </a:lnTo>
                <a:lnTo>
                  <a:pt x="3718991" y="689406"/>
                </a:lnTo>
                <a:lnTo>
                  <a:pt x="3678618" y="664006"/>
                </a:lnTo>
                <a:lnTo>
                  <a:pt x="3637902" y="651306"/>
                </a:lnTo>
                <a:lnTo>
                  <a:pt x="3596868" y="625906"/>
                </a:lnTo>
                <a:lnTo>
                  <a:pt x="3513836" y="600506"/>
                </a:lnTo>
                <a:lnTo>
                  <a:pt x="3471875" y="575106"/>
                </a:lnTo>
                <a:lnTo>
                  <a:pt x="3214560" y="498906"/>
                </a:lnTo>
                <a:lnTo>
                  <a:pt x="3170859" y="498906"/>
                </a:lnTo>
                <a:lnTo>
                  <a:pt x="3082874" y="473506"/>
                </a:lnTo>
                <a:lnTo>
                  <a:pt x="3038614" y="473506"/>
                </a:lnTo>
                <a:lnTo>
                  <a:pt x="2994190" y="460806"/>
                </a:lnTo>
                <a:lnTo>
                  <a:pt x="2949600" y="460806"/>
                </a:lnTo>
                <a:lnTo>
                  <a:pt x="2904871" y="448106"/>
                </a:lnTo>
                <a:lnTo>
                  <a:pt x="2815044" y="448106"/>
                </a:lnTo>
                <a:lnTo>
                  <a:pt x="2769971" y="435406"/>
                </a:lnTo>
                <a:lnTo>
                  <a:pt x="2588831" y="435406"/>
                </a:lnTo>
                <a:lnTo>
                  <a:pt x="2543391" y="448106"/>
                </a:lnTo>
                <a:lnTo>
                  <a:pt x="2406916" y="448106"/>
                </a:lnTo>
                <a:lnTo>
                  <a:pt x="2361412" y="460806"/>
                </a:lnTo>
                <a:lnTo>
                  <a:pt x="2315921" y="460806"/>
                </a:lnTo>
                <a:lnTo>
                  <a:pt x="2225014" y="486206"/>
                </a:lnTo>
                <a:lnTo>
                  <a:pt x="2179624" y="486206"/>
                </a:lnTo>
                <a:lnTo>
                  <a:pt x="1864207" y="575106"/>
                </a:lnTo>
                <a:lnTo>
                  <a:pt x="1819617" y="600506"/>
                </a:lnTo>
                <a:lnTo>
                  <a:pt x="1730921" y="625906"/>
                </a:lnTo>
                <a:lnTo>
                  <a:pt x="1643126" y="676706"/>
                </a:lnTo>
                <a:lnTo>
                  <a:pt x="1600022" y="689406"/>
                </a:lnTo>
                <a:lnTo>
                  <a:pt x="1515618" y="740206"/>
                </a:lnTo>
                <a:lnTo>
                  <a:pt x="1474343" y="752906"/>
                </a:lnTo>
                <a:lnTo>
                  <a:pt x="1393647" y="803706"/>
                </a:lnTo>
                <a:lnTo>
                  <a:pt x="1354226" y="829106"/>
                </a:lnTo>
                <a:lnTo>
                  <a:pt x="1315440" y="854506"/>
                </a:lnTo>
                <a:lnTo>
                  <a:pt x="1277302" y="879906"/>
                </a:lnTo>
                <a:lnTo>
                  <a:pt x="1239786" y="918006"/>
                </a:lnTo>
                <a:lnTo>
                  <a:pt x="1202918" y="943406"/>
                </a:lnTo>
                <a:lnTo>
                  <a:pt x="1166710" y="968806"/>
                </a:lnTo>
                <a:lnTo>
                  <a:pt x="1131138" y="994206"/>
                </a:lnTo>
                <a:lnTo>
                  <a:pt x="1096238" y="1032306"/>
                </a:lnTo>
                <a:lnTo>
                  <a:pt x="1061999" y="1057706"/>
                </a:lnTo>
                <a:lnTo>
                  <a:pt x="1028420" y="1095806"/>
                </a:lnTo>
                <a:lnTo>
                  <a:pt x="995514" y="1121206"/>
                </a:lnTo>
                <a:lnTo>
                  <a:pt x="963282" y="1159306"/>
                </a:lnTo>
                <a:lnTo>
                  <a:pt x="931722" y="1184706"/>
                </a:lnTo>
                <a:lnTo>
                  <a:pt x="900861" y="1222806"/>
                </a:lnTo>
                <a:lnTo>
                  <a:pt x="870686" y="1248206"/>
                </a:lnTo>
                <a:lnTo>
                  <a:pt x="841197" y="1286306"/>
                </a:lnTo>
                <a:lnTo>
                  <a:pt x="812406" y="1324406"/>
                </a:lnTo>
                <a:lnTo>
                  <a:pt x="784326" y="1362506"/>
                </a:lnTo>
                <a:lnTo>
                  <a:pt x="756945" y="1387906"/>
                </a:lnTo>
                <a:lnTo>
                  <a:pt x="730275" y="1426006"/>
                </a:lnTo>
                <a:lnTo>
                  <a:pt x="704329" y="1464106"/>
                </a:lnTo>
                <a:lnTo>
                  <a:pt x="679094" y="1502206"/>
                </a:lnTo>
                <a:lnTo>
                  <a:pt x="654583" y="1540306"/>
                </a:lnTo>
                <a:lnTo>
                  <a:pt x="630809" y="1578406"/>
                </a:lnTo>
                <a:lnTo>
                  <a:pt x="607758" y="1616506"/>
                </a:lnTo>
                <a:lnTo>
                  <a:pt x="585457" y="1654606"/>
                </a:lnTo>
                <a:lnTo>
                  <a:pt x="563892" y="1692706"/>
                </a:lnTo>
                <a:lnTo>
                  <a:pt x="543077" y="1730806"/>
                </a:lnTo>
                <a:lnTo>
                  <a:pt x="523011" y="1781606"/>
                </a:lnTo>
                <a:lnTo>
                  <a:pt x="503694" y="1819706"/>
                </a:lnTo>
                <a:lnTo>
                  <a:pt x="485140" y="1857806"/>
                </a:lnTo>
                <a:lnTo>
                  <a:pt x="467360" y="1895906"/>
                </a:lnTo>
                <a:lnTo>
                  <a:pt x="450342" y="1934006"/>
                </a:lnTo>
                <a:lnTo>
                  <a:pt x="434098" y="1984806"/>
                </a:lnTo>
                <a:lnTo>
                  <a:pt x="418642" y="2022906"/>
                </a:lnTo>
                <a:lnTo>
                  <a:pt x="403961" y="2061006"/>
                </a:lnTo>
                <a:lnTo>
                  <a:pt x="390055" y="2111806"/>
                </a:lnTo>
                <a:lnTo>
                  <a:pt x="376961" y="2149906"/>
                </a:lnTo>
                <a:lnTo>
                  <a:pt x="364655" y="2188006"/>
                </a:lnTo>
                <a:lnTo>
                  <a:pt x="353148" y="2238806"/>
                </a:lnTo>
                <a:lnTo>
                  <a:pt x="342442" y="2276906"/>
                </a:lnTo>
                <a:lnTo>
                  <a:pt x="332549" y="2327706"/>
                </a:lnTo>
                <a:lnTo>
                  <a:pt x="323469" y="2365806"/>
                </a:lnTo>
                <a:lnTo>
                  <a:pt x="315214" y="2416606"/>
                </a:lnTo>
                <a:lnTo>
                  <a:pt x="307771" y="2454706"/>
                </a:lnTo>
                <a:lnTo>
                  <a:pt x="301167" y="2505506"/>
                </a:lnTo>
                <a:lnTo>
                  <a:pt x="295389" y="2543606"/>
                </a:lnTo>
                <a:lnTo>
                  <a:pt x="290372" y="2595143"/>
                </a:lnTo>
                <a:lnTo>
                  <a:pt x="5044948" y="259514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795" y="4977965"/>
            <a:ext cx="133350" cy="133349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3627010" y="4633338"/>
            <a:ext cx="8028305" cy="3073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7600"/>
              </a:lnSpc>
              <a:spcBef>
                <a:spcPts val="95"/>
              </a:spcBef>
            </a:pP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Air</a:t>
            </a:r>
            <a:r>
              <a:rPr dirty="0" sz="3400" spc="-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travel</a:t>
            </a:r>
            <a:r>
              <a:rPr dirty="0" sz="3400" spc="-2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delays</a:t>
            </a:r>
            <a:r>
              <a:rPr dirty="0" sz="3400" spc="-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affect</a:t>
            </a:r>
            <a:r>
              <a:rPr dirty="0" sz="3400" spc="-2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millions</a:t>
            </a:r>
            <a:r>
              <a:rPr dirty="0" sz="3400" spc="-2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of</a:t>
            </a:r>
            <a:r>
              <a:rPr dirty="0" sz="3400" spc="-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181818"/>
                </a:solidFill>
                <a:latin typeface="Times New Roman"/>
                <a:cs typeface="Times New Roman"/>
              </a:rPr>
              <a:t>passengers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Need</a:t>
            </a:r>
            <a:r>
              <a:rPr dirty="0" sz="3400" spc="-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for better analysis and </a:t>
            </a:r>
            <a:r>
              <a:rPr dirty="0" sz="3400" spc="-10">
                <a:solidFill>
                  <a:srgbClr val="181818"/>
                </a:solidFill>
                <a:latin typeface="Times New Roman"/>
                <a:cs typeface="Times New Roman"/>
              </a:rPr>
              <a:t>decision-making tools</a:t>
            </a:r>
            <a:endParaRPr sz="3400">
              <a:latin typeface="Times New Roman"/>
              <a:cs typeface="Times New Roman"/>
            </a:endParaRPr>
          </a:p>
          <a:p>
            <a:pPr algn="just" marL="12700" marR="407670">
              <a:lnSpc>
                <a:spcPct val="117600"/>
              </a:lnSpc>
            </a:pP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This</a:t>
            </a:r>
            <a:r>
              <a:rPr dirty="0" sz="3400" spc="-1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project</a:t>
            </a:r>
            <a:r>
              <a:rPr dirty="0" sz="3400" spc="-1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provides</a:t>
            </a:r>
            <a:r>
              <a:rPr dirty="0" sz="3400" spc="-1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a</a:t>
            </a:r>
            <a:r>
              <a:rPr dirty="0" sz="3400" spc="-1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smart</a:t>
            </a:r>
            <a:r>
              <a:rPr dirty="0" sz="3400" spc="-1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181818"/>
                </a:solidFill>
                <a:latin typeface="Times New Roman"/>
                <a:cs typeface="Times New Roman"/>
              </a:rPr>
              <a:t>dashboard</a:t>
            </a:r>
            <a:r>
              <a:rPr dirty="0" sz="3400" spc="-1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400" spc="-25">
                <a:solidFill>
                  <a:srgbClr val="181818"/>
                </a:solidFill>
                <a:latin typeface="Times New Roman"/>
                <a:cs typeface="Times New Roman"/>
              </a:rPr>
              <a:t>for </a:t>
            </a:r>
            <a:r>
              <a:rPr dirty="0" sz="3400" spc="-10">
                <a:solidFill>
                  <a:srgbClr val="181818"/>
                </a:solidFill>
                <a:latin typeface="Times New Roman"/>
                <a:cs typeface="Times New Roman"/>
              </a:rPr>
              <a:t>insights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7795" y="5587564"/>
            <a:ext cx="133350" cy="133349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7795" y="6806765"/>
            <a:ext cx="133350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635058" y="1015056"/>
            <a:ext cx="5653405" cy="6309995"/>
          </a:xfrm>
          <a:custGeom>
            <a:avLst/>
            <a:gdLst/>
            <a:ahLst/>
            <a:cxnLst/>
            <a:rect l="l" t="t" r="r" b="b"/>
            <a:pathLst>
              <a:path w="5653405" h="6309995">
                <a:moveTo>
                  <a:pt x="5104188" y="6223000"/>
                </a:moveTo>
                <a:lnTo>
                  <a:pt x="5191361" y="6240057"/>
                </a:lnTo>
                <a:lnTo>
                  <a:pt x="5241521" y="6249277"/>
                </a:lnTo>
                <a:lnTo>
                  <a:pt x="5291817" y="6258105"/>
                </a:lnTo>
                <a:lnTo>
                  <a:pt x="5342248" y="6266539"/>
                </a:lnTo>
                <a:lnTo>
                  <a:pt x="5392812" y="6274577"/>
                </a:lnTo>
                <a:lnTo>
                  <a:pt x="5443507" y="6282219"/>
                </a:lnTo>
                <a:lnTo>
                  <a:pt x="5494331" y="6289462"/>
                </a:lnTo>
                <a:lnTo>
                  <a:pt x="5545284" y="6296304"/>
                </a:lnTo>
                <a:lnTo>
                  <a:pt x="5596363" y="6302745"/>
                </a:lnTo>
                <a:lnTo>
                  <a:pt x="5647566" y="6308782"/>
                </a:lnTo>
                <a:lnTo>
                  <a:pt x="5652941" y="6309372"/>
                </a:lnTo>
              </a:path>
              <a:path w="5653405" h="6309995">
                <a:moveTo>
                  <a:pt x="4588979" y="6096000"/>
                </a:moveTo>
                <a:lnTo>
                  <a:pt x="4649051" y="6113226"/>
                </a:lnTo>
                <a:lnTo>
                  <a:pt x="4697606" y="6126651"/>
                </a:lnTo>
                <a:lnTo>
                  <a:pt x="4746315" y="6139702"/>
                </a:lnTo>
                <a:lnTo>
                  <a:pt x="4795176" y="6152377"/>
                </a:lnTo>
                <a:lnTo>
                  <a:pt x="4844188" y="6164675"/>
                </a:lnTo>
                <a:lnTo>
                  <a:pt x="4893350" y="6176594"/>
                </a:lnTo>
                <a:lnTo>
                  <a:pt x="4942659" y="6188133"/>
                </a:lnTo>
                <a:lnTo>
                  <a:pt x="4992114" y="6199289"/>
                </a:lnTo>
                <a:lnTo>
                  <a:pt x="5041713" y="6210061"/>
                </a:lnTo>
                <a:lnTo>
                  <a:pt x="5091455" y="6220447"/>
                </a:lnTo>
                <a:lnTo>
                  <a:pt x="5104188" y="6223000"/>
                </a:lnTo>
              </a:path>
              <a:path w="5653405" h="6309995">
                <a:moveTo>
                  <a:pt x="4200482" y="5969000"/>
                </a:moveTo>
                <a:lnTo>
                  <a:pt x="4266362" y="5992555"/>
                </a:lnTo>
                <a:lnTo>
                  <a:pt x="4313624" y="6008913"/>
                </a:lnTo>
                <a:lnTo>
                  <a:pt x="4361053" y="6024911"/>
                </a:lnTo>
                <a:lnTo>
                  <a:pt x="4408649" y="6040546"/>
                </a:lnTo>
                <a:lnTo>
                  <a:pt x="4456408" y="6055817"/>
                </a:lnTo>
                <a:lnTo>
                  <a:pt x="4504329" y="6070722"/>
                </a:lnTo>
                <a:lnTo>
                  <a:pt x="4552411" y="6085260"/>
                </a:lnTo>
                <a:lnTo>
                  <a:pt x="4588979" y="6096000"/>
                </a:lnTo>
              </a:path>
              <a:path w="5653405" h="6309995">
                <a:moveTo>
                  <a:pt x="3878378" y="5842000"/>
                </a:moveTo>
                <a:lnTo>
                  <a:pt x="3940350" y="5868074"/>
                </a:lnTo>
                <a:lnTo>
                  <a:pt x="3986395" y="5886914"/>
                </a:lnTo>
                <a:lnTo>
                  <a:pt x="4032619" y="5905404"/>
                </a:lnTo>
                <a:lnTo>
                  <a:pt x="4079020" y="5923543"/>
                </a:lnTo>
                <a:lnTo>
                  <a:pt x="4125596" y="5941329"/>
                </a:lnTo>
                <a:lnTo>
                  <a:pt x="4172346" y="5958761"/>
                </a:lnTo>
                <a:lnTo>
                  <a:pt x="4200482" y="5969000"/>
                </a:lnTo>
              </a:path>
              <a:path w="5653405" h="6309995">
                <a:moveTo>
                  <a:pt x="3599326" y="5715000"/>
                </a:moveTo>
                <a:lnTo>
                  <a:pt x="3667926" y="5747790"/>
                </a:lnTo>
                <a:lnTo>
                  <a:pt x="3712864" y="5768692"/>
                </a:lnTo>
                <a:lnTo>
                  <a:pt x="3757991" y="5789255"/>
                </a:lnTo>
                <a:lnTo>
                  <a:pt x="3803304" y="5809475"/>
                </a:lnTo>
                <a:lnTo>
                  <a:pt x="3848803" y="5829354"/>
                </a:lnTo>
                <a:lnTo>
                  <a:pt x="3878378" y="5842000"/>
                </a:lnTo>
              </a:path>
              <a:path w="5653405" h="6309995">
                <a:moveTo>
                  <a:pt x="3351223" y="5588000"/>
                </a:moveTo>
                <a:lnTo>
                  <a:pt x="3402353" y="5615339"/>
                </a:lnTo>
                <a:lnTo>
                  <a:pt x="3446125" y="5638244"/>
                </a:lnTo>
                <a:lnTo>
                  <a:pt x="3490095" y="5660820"/>
                </a:lnTo>
                <a:lnTo>
                  <a:pt x="3534261" y="5683064"/>
                </a:lnTo>
                <a:lnTo>
                  <a:pt x="3578623" y="5704974"/>
                </a:lnTo>
                <a:lnTo>
                  <a:pt x="3599326" y="5715000"/>
                </a:lnTo>
              </a:path>
              <a:path w="5653405" h="6309995">
                <a:moveTo>
                  <a:pt x="3127036" y="5461000"/>
                </a:moveTo>
                <a:lnTo>
                  <a:pt x="3186531" y="5495925"/>
                </a:lnTo>
                <a:lnTo>
                  <a:pt x="3229285" y="5520454"/>
                </a:lnTo>
                <a:lnTo>
                  <a:pt x="3272246" y="5544662"/>
                </a:lnTo>
                <a:lnTo>
                  <a:pt x="3315412" y="5568546"/>
                </a:lnTo>
                <a:lnTo>
                  <a:pt x="3351223" y="5588000"/>
                </a:lnTo>
              </a:path>
              <a:path w="5653405" h="6309995">
                <a:moveTo>
                  <a:pt x="2921954" y="5334000"/>
                </a:moveTo>
                <a:lnTo>
                  <a:pt x="2975916" y="5368512"/>
                </a:lnTo>
                <a:lnTo>
                  <a:pt x="3017613" y="5394624"/>
                </a:lnTo>
                <a:lnTo>
                  <a:pt x="3059524" y="5420423"/>
                </a:lnTo>
                <a:lnTo>
                  <a:pt x="3101648" y="5445908"/>
                </a:lnTo>
                <a:lnTo>
                  <a:pt x="3127036" y="5461000"/>
                </a:lnTo>
              </a:path>
              <a:path w="5653405" h="6309995">
                <a:moveTo>
                  <a:pt x="2732729" y="5207000"/>
                </a:moveTo>
                <a:lnTo>
                  <a:pt x="2770716" y="5233306"/>
                </a:lnTo>
                <a:lnTo>
                  <a:pt x="2811313" y="5260960"/>
                </a:lnTo>
                <a:lnTo>
                  <a:pt x="2852133" y="5288310"/>
                </a:lnTo>
                <a:lnTo>
                  <a:pt x="2893175" y="5315353"/>
                </a:lnTo>
                <a:lnTo>
                  <a:pt x="2921954" y="5334000"/>
                </a:lnTo>
              </a:path>
              <a:path w="5653405" h="6309995">
                <a:moveTo>
                  <a:pt x="2557133" y="5080000"/>
                </a:moveTo>
                <a:lnTo>
                  <a:pt x="2610591" y="5119668"/>
                </a:lnTo>
                <a:lnTo>
                  <a:pt x="2650279" y="5148527"/>
                </a:lnTo>
                <a:lnTo>
                  <a:pt x="2690197" y="5177087"/>
                </a:lnTo>
                <a:lnTo>
                  <a:pt x="2730343" y="5205347"/>
                </a:lnTo>
                <a:lnTo>
                  <a:pt x="2732729" y="5207000"/>
                </a:lnTo>
              </a:path>
              <a:path w="5653405" h="6309995">
                <a:moveTo>
                  <a:pt x="2393209" y="4953000"/>
                </a:moveTo>
                <a:lnTo>
                  <a:pt x="2415651" y="4970951"/>
                </a:lnTo>
                <a:lnTo>
                  <a:pt x="2454167" y="5001278"/>
                </a:lnTo>
                <a:lnTo>
                  <a:pt x="2492920" y="5031315"/>
                </a:lnTo>
                <a:lnTo>
                  <a:pt x="2531909" y="5061060"/>
                </a:lnTo>
                <a:lnTo>
                  <a:pt x="2557133" y="5080000"/>
                </a:lnTo>
              </a:path>
              <a:path w="5653405" h="6309995">
                <a:moveTo>
                  <a:pt x="2239602" y="4826000"/>
                </a:moveTo>
                <a:lnTo>
                  <a:pt x="2264001" y="4846770"/>
                </a:lnTo>
                <a:lnTo>
                  <a:pt x="2301549" y="4878243"/>
                </a:lnTo>
                <a:lnTo>
                  <a:pt x="2339340" y="4909432"/>
                </a:lnTo>
                <a:lnTo>
                  <a:pt x="2377375" y="4940335"/>
                </a:lnTo>
                <a:lnTo>
                  <a:pt x="2393209" y="4953000"/>
                </a:lnTo>
              </a:path>
              <a:path w="5653405" h="6309995">
                <a:moveTo>
                  <a:pt x="2095220" y="4699000"/>
                </a:moveTo>
                <a:lnTo>
                  <a:pt x="2116288" y="4718075"/>
                </a:lnTo>
                <a:lnTo>
                  <a:pt x="2152841" y="4750666"/>
                </a:lnTo>
                <a:lnTo>
                  <a:pt x="2189646" y="4782981"/>
                </a:lnTo>
                <a:lnTo>
                  <a:pt x="2226700" y="4815016"/>
                </a:lnTo>
                <a:lnTo>
                  <a:pt x="2239602" y="4826000"/>
                </a:lnTo>
              </a:path>
              <a:path w="5653405" h="6309995">
                <a:moveTo>
                  <a:pt x="1959143" y="4572000"/>
                </a:moveTo>
                <a:lnTo>
                  <a:pt x="1972617" y="4584970"/>
                </a:lnTo>
                <a:lnTo>
                  <a:pt x="2008150" y="4618654"/>
                </a:lnTo>
                <a:lnTo>
                  <a:pt x="2043941" y="4652067"/>
                </a:lnTo>
                <a:lnTo>
                  <a:pt x="2079987" y="4685208"/>
                </a:lnTo>
                <a:lnTo>
                  <a:pt x="2095220" y="4699000"/>
                </a:lnTo>
              </a:path>
              <a:path w="5653405" h="6309995">
                <a:moveTo>
                  <a:pt x="1830592" y="4445000"/>
                </a:moveTo>
                <a:lnTo>
                  <a:pt x="1833094" y="4447559"/>
                </a:lnTo>
                <a:lnTo>
                  <a:pt x="1867580" y="4482310"/>
                </a:lnTo>
                <a:lnTo>
                  <a:pt x="1902331" y="4516796"/>
                </a:lnTo>
                <a:lnTo>
                  <a:pt x="1937344" y="4551016"/>
                </a:lnTo>
                <a:lnTo>
                  <a:pt x="1959143" y="4572000"/>
                </a:lnTo>
              </a:path>
              <a:path w="5653405" h="6309995">
                <a:moveTo>
                  <a:pt x="1709073" y="4318000"/>
                </a:moveTo>
                <a:lnTo>
                  <a:pt x="1731236" y="4341740"/>
                </a:lnTo>
                <a:lnTo>
                  <a:pt x="1764921" y="4377273"/>
                </a:lnTo>
                <a:lnTo>
                  <a:pt x="1798874" y="4412546"/>
                </a:lnTo>
                <a:lnTo>
                  <a:pt x="1830592" y="4445000"/>
                </a:lnTo>
              </a:path>
              <a:path w="5653405" h="6309995">
                <a:moveTo>
                  <a:pt x="1593913" y="4191000"/>
                </a:moveTo>
                <a:lnTo>
                  <a:pt x="1599224" y="4197049"/>
                </a:lnTo>
                <a:lnTo>
                  <a:pt x="1631815" y="4233602"/>
                </a:lnTo>
                <a:lnTo>
                  <a:pt x="1664682" y="4269903"/>
                </a:lnTo>
                <a:lnTo>
                  <a:pt x="1697823" y="4305949"/>
                </a:lnTo>
                <a:lnTo>
                  <a:pt x="1709073" y="4318000"/>
                </a:lnTo>
              </a:path>
              <a:path w="5653405" h="6309995">
                <a:moveTo>
                  <a:pt x="1484772" y="4064000"/>
                </a:moveTo>
                <a:lnTo>
                  <a:pt x="1503120" y="4085889"/>
                </a:lnTo>
                <a:lnTo>
                  <a:pt x="1534874" y="4123191"/>
                </a:lnTo>
                <a:lnTo>
                  <a:pt x="1566910" y="4160244"/>
                </a:lnTo>
                <a:lnTo>
                  <a:pt x="1593913" y="4191000"/>
                </a:lnTo>
              </a:path>
              <a:path w="5653405" h="6309995">
                <a:moveTo>
                  <a:pt x="1381147" y="3937000"/>
                </a:moveTo>
                <a:lnTo>
                  <a:pt x="1409555" y="3972515"/>
                </a:lnTo>
                <a:lnTo>
                  <a:pt x="1440458" y="4010550"/>
                </a:lnTo>
                <a:lnTo>
                  <a:pt x="1471647" y="4048342"/>
                </a:lnTo>
                <a:lnTo>
                  <a:pt x="1484772" y="4064000"/>
                </a:lnTo>
              </a:path>
              <a:path w="5653405" h="6309995">
                <a:moveTo>
                  <a:pt x="1282837" y="3810000"/>
                </a:moveTo>
                <a:lnTo>
                  <a:pt x="1288830" y="3817981"/>
                </a:lnTo>
                <a:lnTo>
                  <a:pt x="1318575" y="3856970"/>
                </a:lnTo>
                <a:lnTo>
                  <a:pt x="1348612" y="3895723"/>
                </a:lnTo>
                <a:lnTo>
                  <a:pt x="1378939" y="3934239"/>
                </a:lnTo>
                <a:lnTo>
                  <a:pt x="1381147" y="3937000"/>
                </a:lnTo>
              </a:path>
              <a:path w="5653405" h="6309995">
                <a:moveTo>
                  <a:pt x="1189479" y="3683000"/>
                </a:moveTo>
                <a:lnTo>
                  <a:pt x="1201363" y="3699611"/>
                </a:lnTo>
                <a:lnTo>
                  <a:pt x="1230222" y="3739299"/>
                </a:lnTo>
                <a:lnTo>
                  <a:pt x="1259378" y="3778756"/>
                </a:lnTo>
                <a:lnTo>
                  <a:pt x="1282837" y="3810000"/>
                </a:lnTo>
              </a:path>
              <a:path w="5653405" h="6309995">
                <a:moveTo>
                  <a:pt x="1100798" y="3556000"/>
                </a:moveTo>
                <a:lnTo>
                  <a:pt x="1116585" y="3579174"/>
                </a:lnTo>
                <a:lnTo>
                  <a:pt x="1144543" y="3619547"/>
                </a:lnTo>
                <a:lnTo>
                  <a:pt x="1172803" y="3659693"/>
                </a:lnTo>
                <a:lnTo>
                  <a:pt x="1189479" y="3683000"/>
                </a:lnTo>
              </a:path>
              <a:path w="5653405" h="6309995">
                <a:moveTo>
                  <a:pt x="1016580" y="3429000"/>
                </a:moveTo>
                <a:lnTo>
                  <a:pt x="1034537" y="3456715"/>
                </a:lnTo>
                <a:lnTo>
                  <a:pt x="1061580" y="3497757"/>
                </a:lnTo>
                <a:lnTo>
                  <a:pt x="1088930" y="3538577"/>
                </a:lnTo>
                <a:lnTo>
                  <a:pt x="1100798" y="3556000"/>
                </a:lnTo>
              </a:path>
              <a:path w="5653405" h="6309995">
                <a:moveTo>
                  <a:pt x="936628" y="3302000"/>
                </a:moveTo>
                <a:lnTo>
                  <a:pt x="955266" y="3332277"/>
                </a:lnTo>
                <a:lnTo>
                  <a:pt x="981379" y="3373974"/>
                </a:lnTo>
                <a:lnTo>
                  <a:pt x="1007803" y="3415453"/>
                </a:lnTo>
                <a:lnTo>
                  <a:pt x="1016580" y="3429000"/>
                </a:lnTo>
              </a:path>
              <a:path w="5653405" h="6309995">
                <a:moveTo>
                  <a:pt x="860764" y="3175000"/>
                </a:moveTo>
                <a:lnTo>
                  <a:pt x="878815" y="3205905"/>
                </a:lnTo>
                <a:lnTo>
                  <a:pt x="903982" y="3248242"/>
                </a:lnTo>
                <a:lnTo>
                  <a:pt x="929467" y="3290366"/>
                </a:lnTo>
                <a:lnTo>
                  <a:pt x="936628" y="3302000"/>
                </a:lnTo>
              </a:path>
              <a:path w="5653405" h="6309995">
                <a:moveTo>
                  <a:pt x="788826" y="3048000"/>
                </a:moveTo>
                <a:lnTo>
                  <a:pt x="805228" y="3077644"/>
                </a:lnTo>
                <a:lnTo>
                  <a:pt x="829436" y="3120605"/>
                </a:lnTo>
                <a:lnTo>
                  <a:pt x="853966" y="3163359"/>
                </a:lnTo>
                <a:lnTo>
                  <a:pt x="860764" y="3175000"/>
                </a:lnTo>
              </a:path>
              <a:path w="5653405" h="6309995">
                <a:moveTo>
                  <a:pt x="720664" y="2921000"/>
                </a:moveTo>
                <a:lnTo>
                  <a:pt x="734551" y="2947537"/>
                </a:lnTo>
                <a:lnTo>
                  <a:pt x="757784" y="2991108"/>
                </a:lnTo>
                <a:lnTo>
                  <a:pt x="781344" y="3034478"/>
                </a:lnTo>
                <a:lnTo>
                  <a:pt x="788826" y="3048000"/>
                </a:lnTo>
              </a:path>
              <a:path w="5653405" h="6309995">
                <a:moveTo>
                  <a:pt x="656144" y="2794000"/>
                </a:moveTo>
                <a:lnTo>
                  <a:pt x="666827" y="2815629"/>
                </a:lnTo>
                <a:lnTo>
                  <a:pt x="689070" y="2859795"/>
                </a:lnTo>
                <a:lnTo>
                  <a:pt x="711646" y="2903765"/>
                </a:lnTo>
                <a:lnTo>
                  <a:pt x="720664" y="2921000"/>
                </a:lnTo>
              </a:path>
              <a:path w="5653405" h="6309995">
                <a:moveTo>
                  <a:pt x="595140" y="2667000"/>
                </a:moveTo>
                <a:lnTo>
                  <a:pt x="602100" y="2681964"/>
                </a:lnTo>
                <a:lnTo>
                  <a:pt x="623340" y="2726711"/>
                </a:lnTo>
                <a:lnTo>
                  <a:pt x="644916" y="2771267"/>
                </a:lnTo>
                <a:lnTo>
                  <a:pt x="656144" y="2794000"/>
                </a:lnTo>
              </a:path>
              <a:path w="5653405" h="6309995">
                <a:moveTo>
                  <a:pt x="537537" y="2540000"/>
                </a:moveTo>
                <a:lnTo>
                  <a:pt x="540415" y="2546586"/>
                </a:lnTo>
                <a:lnTo>
                  <a:pt x="560636" y="2591899"/>
                </a:lnTo>
                <a:lnTo>
                  <a:pt x="581198" y="2637026"/>
                </a:lnTo>
                <a:lnTo>
                  <a:pt x="595140" y="2667000"/>
                </a:lnTo>
              </a:path>
              <a:path w="5653405" h="6309995">
                <a:moveTo>
                  <a:pt x="483263" y="2413000"/>
                </a:moveTo>
                <a:lnTo>
                  <a:pt x="501003" y="2455405"/>
                </a:lnTo>
                <a:lnTo>
                  <a:pt x="520537" y="2501087"/>
                </a:lnTo>
                <a:lnTo>
                  <a:pt x="537537" y="2540000"/>
                </a:lnTo>
              </a:path>
              <a:path w="5653405" h="6309995">
                <a:moveTo>
                  <a:pt x="432262" y="2286000"/>
                </a:moveTo>
                <a:lnTo>
                  <a:pt x="444486" y="2317271"/>
                </a:lnTo>
                <a:lnTo>
                  <a:pt x="462976" y="2363495"/>
                </a:lnTo>
                <a:lnTo>
                  <a:pt x="481816" y="2409540"/>
                </a:lnTo>
                <a:lnTo>
                  <a:pt x="483263" y="2413000"/>
                </a:lnTo>
              </a:path>
              <a:path w="5653405" h="6309995">
                <a:moveTo>
                  <a:pt x="384381" y="2159000"/>
                </a:moveTo>
                <a:lnTo>
                  <a:pt x="391130" y="2177544"/>
                </a:lnTo>
                <a:lnTo>
                  <a:pt x="408561" y="2224294"/>
                </a:lnTo>
                <a:lnTo>
                  <a:pt x="426347" y="2270870"/>
                </a:lnTo>
                <a:lnTo>
                  <a:pt x="432262" y="2286000"/>
                </a:lnTo>
              </a:path>
              <a:path w="5653405" h="6309995">
                <a:moveTo>
                  <a:pt x="339538" y="2032000"/>
                </a:moveTo>
                <a:lnTo>
                  <a:pt x="340977" y="2036266"/>
                </a:lnTo>
                <a:lnTo>
                  <a:pt x="357336" y="2083528"/>
                </a:lnTo>
                <a:lnTo>
                  <a:pt x="374054" y="2130621"/>
                </a:lnTo>
                <a:lnTo>
                  <a:pt x="384381" y="2159000"/>
                </a:lnTo>
              </a:path>
              <a:path w="5653405" h="6309995">
                <a:moveTo>
                  <a:pt x="297756" y="1905000"/>
                </a:moveTo>
                <a:lnTo>
                  <a:pt x="309344" y="1941242"/>
                </a:lnTo>
                <a:lnTo>
                  <a:pt x="324979" y="1988837"/>
                </a:lnTo>
                <a:lnTo>
                  <a:pt x="339538" y="2032000"/>
                </a:lnTo>
              </a:path>
              <a:path w="5653405" h="6309995">
                <a:moveTo>
                  <a:pt x="258909" y="1778000"/>
                </a:moveTo>
                <a:lnTo>
                  <a:pt x="264630" y="1797479"/>
                </a:lnTo>
                <a:lnTo>
                  <a:pt x="279168" y="1845561"/>
                </a:lnTo>
                <a:lnTo>
                  <a:pt x="294073" y="1893482"/>
                </a:lnTo>
                <a:lnTo>
                  <a:pt x="297756" y="1905000"/>
                </a:lnTo>
              </a:path>
              <a:path w="5653405" h="6309995">
                <a:moveTo>
                  <a:pt x="222895" y="1651000"/>
                </a:moveTo>
                <a:lnTo>
                  <a:pt x="223239" y="1652284"/>
                </a:lnTo>
                <a:lnTo>
                  <a:pt x="236664" y="1700839"/>
                </a:lnTo>
                <a:lnTo>
                  <a:pt x="250462" y="1749237"/>
                </a:lnTo>
                <a:lnTo>
                  <a:pt x="258909" y="1778000"/>
                </a:lnTo>
              </a:path>
              <a:path w="5653405" h="6309995">
                <a:moveTo>
                  <a:pt x="189806" y="1524000"/>
                </a:moveTo>
                <a:lnTo>
                  <a:pt x="197513" y="1554714"/>
                </a:lnTo>
                <a:lnTo>
                  <a:pt x="210188" y="1603575"/>
                </a:lnTo>
                <a:lnTo>
                  <a:pt x="222895" y="1651000"/>
                </a:lnTo>
              </a:path>
              <a:path w="5653405" h="6309995">
                <a:moveTo>
                  <a:pt x="159450" y="1397000"/>
                </a:moveTo>
                <a:lnTo>
                  <a:pt x="161758" y="1407231"/>
                </a:lnTo>
                <a:lnTo>
                  <a:pt x="173296" y="1456540"/>
                </a:lnTo>
                <a:lnTo>
                  <a:pt x="185215" y="1505702"/>
                </a:lnTo>
                <a:lnTo>
                  <a:pt x="189806" y="1524000"/>
                </a:lnTo>
              </a:path>
              <a:path w="5653405" h="6309995">
                <a:moveTo>
                  <a:pt x="131858" y="1270000"/>
                </a:moveTo>
                <a:lnTo>
                  <a:pt x="139830" y="1308177"/>
                </a:lnTo>
                <a:lnTo>
                  <a:pt x="150602" y="1357776"/>
                </a:lnTo>
                <a:lnTo>
                  <a:pt x="159450" y="1397000"/>
                </a:lnTo>
              </a:path>
              <a:path w="5653405" h="6309995">
                <a:moveTo>
                  <a:pt x="106979" y="1143000"/>
                </a:moveTo>
                <a:lnTo>
                  <a:pt x="109833" y="1158529"/>
                </a:lnTo>
                <a:lnTo>
                  <a:pt x="119444" y="1208552"/>
                </a:lnTo>
                <a:lnTo>
                  <a:pt x="129443" y="1258435"/>
                </a:lnTo>
                <a:lnTo>
                  <a:pt x="131858" y="1270000"/>
                </a:lnTo>
              </a:path>
              <a:path w="5653405" h="6309995">
                <a:moveTo>
                  <a:pt x="84749" y="1016000"/>
                </a:moveTo>
                <a:lnTo>
                  <a:pt x="91785" y="1058073"/>
                </a:lnTo>
                <a:lnTo>
                  <a:pt x="100613" y="1108369"/>
                </a:lnTo>
                <a:lnTo>
                  <a:pt x="106979" y="1143000"/>
                </a:lnTo>
              </a:path>
              <a:path w="5653405" h="6309995">
                <a:moveTo>
                  <a:pt x="65194" y="889000"/>
                </a:moveTo>
                <a:lnTo>
                  <a:pt x="67671" y="906383"/>
                </a:lnTo>
                <a:lnTo>
                  <a:pt x="75313" y="957078"/>
                </a:lnTo>
                <a:lnTo>
                  <a:pt x="83351" y="1007642"/>
                </a:lnTo>
                <a:lnTo>
                  <a:pt x="84749" y="1016000"/>
                </a:lnTo>
              </a:path>
              <a:path w="5653405" h="6309995">
                <a:moveTo>
                  <a:pt x="48214" y="762000"/>
                </a:moveTo>
                <a:lnTo>
                  <a:pt x="53586" y="804606"/>
                </a:lnTo>
                <a:lnTo>
                  <a:pt x="60428" y="855559"/>
                </a:lnTo>
                <a:lnTo>
                  <a:pt x="65194" y="889000"/>
                </a:lnTo>
              </a:path>
              <a:path w="5653405" h="6309995">
                <a:moveTo>
                  <a:pt x="33852" y="635000"/>
                </a:moveTo>
                <a:lnTo>
                  <a:pt x="35477" y="650998"/>
                </a:lnTo>
                <a:lnTo>
                  <a:pt x="41108" y="702324"/>
                </a:lnTo>
                <a:lnTo>
                  <a:pt x="47145" y="753528"/>
                </a:lnTo>
                <a:lnTo>
                  <a:pt x="48214" y="762000"/>
                </a:lnTo>
              </a:path>
              <a:path w="5653405" h="6309995">
                <a:moveTo>
                  <a:pt x="22027" y="508000"/>
                </a:moveTo>
                <a:lnTo>
                  <a:pt x="25436" y="547983"/>
                </a:lnTo>
                <a:lnTo>
                  <a:pt x="30252" y="599550"/>
                </a:lnTo>
                <a:lnTo>
                  <a:pt x="33852" y="635000"/>
                </a:lnTo>
              </a:path>
              <a:path w="5653405" h="6309995">
                <a:moveTo>
                  <a:pt x="12751" y="381000"/>
                </a:moveTo>
                <a:lnTo>
                  <a:pt x="13455" y="392579"/>
                </a:lnTo>
                <a:lnTo>
                  <a:pt x="17036" y="444496"/>
                </a:lnTo>
                <a:lnTo>
                  <a:pt x="21030" y="496297"/>
                </a:lnTo>
                <a:lnTo>
                  <a:pt x="22027" y="508000"/>
                </a:lnTo>
              </a:path>
              <a:path w="5653405" h="6309995">
                <a:moveTo>
                  <a:pt x="6006" y="254000"/>
                </a:moveTo>
                <a:lnTo>
                  <a:pt x="7541" y="288408"/>
                </a:lnTo>
                <a:lnTo>
                  <a:pt x="10289" y="340549"/>
                </a:lnTo>
                <a:lnTo>
                  <a:pt x="12751" y="381000"/>
                </a:lnTo>
              </a:path>
              <a:path w="5653405" h="6309995">
                <a:moveTo>
                  <a:pt x="1723" y="127000"/>
                </a:moveTo>
                <a:lnTo>
                  <a:pt x="1811" y="131331"/>
                </a:lnTo>
                <a:lnTo>
                  <a:pt x="3300" y="183797"/>
                </a:lnTo>
                <a:lnTo>
                  <a:pt x="5210" y="236157"/>
                </a:lnTo>
                <a:lnTo>
                  <a:pt x="6006" y="254000"/>
                </a:lnTo>
              </a:path>
              <a:path w="5653405" h="6309995">
                <a:moveTo>
                  <a:pt x="0" y="0"/>
                </a:moveTo>
                <a:lnTo>
                  <a:pt x="21" y="26086"/>
                </a:lnTo>
                <a:lnTo>
                  <a:pt x="746" y="78760"/>
                </a:lnTo>
                <a:lnTo>
                  <a:pt x="1723" y="127000"/>
                </a:lnTo>
              </a:path>
            </a:pathLst>
          </a:custGeom>
          <a:ln w="7238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70479" y="5835120"/>
            <a:ext cx="552450" cy="4451985"/>
          </a:xfrm>
          <a:custGeom>
            <a:avLst/>
            <a:gdLst/>
            <a:ahLst/>
            <a:cxnLst/>
            <a:rect l="l" t="t" r="r" b="b"/>
            <a:pathLst>
              <a:path w="552450" h="4451984">
                <a:moveTo>
                  <a:pt x="0" y="4451878"/>
                </a:moveTo>
                <a:lnTo>
                  <a:pt x="12021" y="4408507"/>
                </a:lnTo>
                <a:lnTo>
                  <a:pt x="24684" y="4361898"/>
                </a:lnTo>
                <a:lnTo>
                  <a:pt x="28063" y="4349212"/>
                </a:lnTo>
              </a:path>
              <a:path w="552450" h="4451984">
                <a:moveTo>
                  <a:pt x="28063" y="4349212"/>
                </a:moveTo>
                <a:lnTo>
                  <a:pt x="37225" y="4314809"/>
                </a:lnTo>
                <a:lnTo>
                  <a:pt x="49642" y="4267244"/>
                </a:lnTo>
                <a:lnTo>
                  <a:pt x="61166" y="4222212"/>
                </a:lnTo>
              </a:path>
              <a:path w="552450" h="4451984">
                <a:moveTo>
                  <a:pt x="61166" y="4222212"/>
                </a:moveTo>
                <a:lnTo>
                  <a:pt x="61935" y="4219206"/>
                </a:lnTo>
                <a:lnTo>
                  <a:pt x="74103" y="4170699"/>
                </a:lnTo>
                <a:lnTo>
                  <a:pt x="86145" y="4121728"/>
                </a:lnTo>
                <a:lnTo>
                  <a:pt x="92536" y="4095212"/>
                </a:lnTo>
              </a:path>
              <a:path w="552450" h="4451984">
                <a:moveTo>
                  <a:pt x="92536" y="4095212"/>
                </a:moveTo>
                <a:lnTo>
                  <a:pt x="98059" y="4072296"/>
                </a:lnTo>
                <a:lnTo>
                  <a:pt x="109844" y="4022407"/>
                </a:lnTo>
                <a:lnTo>
                  <a:pt x="121500" y="3972065"/>
                </a:lnTo>
                <a:lnTo>
                  <a:pt x="122375" y="3968212"/>
                </a:lnTo>
              </a:path>
              <a:path w="552450" h="4451984">
                <a:moveTo>
                  <a:pt x="122375" y="3968212"/>
                </a:moveTo>
                <a:lnTo>
                  <a:pt x="133026" y="3921273"/>
                </a:lnTo>
                <a:lnTo>
                  <a:pt x="144421" y="3870036"/>
                </a:lnTo>
                <a:lnTo>
                  <a:pt x="150702" y="3841212"/>
                </a:lnTo>
              </a:path>
              <a:path w="552450" h="4451984">
                <a:moveTo>
                  <a:pt x="150702" y="3841212"/>
                </a:moveTo>
                <a:lnTo>
                  <a:pt x="155683" y="3818357"/>
                </a:lnTo>
                <a:lnTo>
                  <a:pt x="166812" y="3766240"/>
                </a:lnTo>
                <a:lnTo>
                  <a:pt x="177701" y="3714190"/>
                </a:lnTo>
              </a:path>
              <a:path w="552450" h="4451984">
                <a:moveTo>
                  <a:pt x="177697" y="3714212"/>
                </a:moveTo>
                <a:lnTo>
                  <a:pt x="177806" y="3713690"/>
                </a:lnTo>
                <a:lnTo>
                  <a:pt x="188665" y="3660709"/>
                </a:lnTo>
                <a:lnTo>
                  <a:pt x="199387" y="3607302"/>
                </a:lnTo>
                <a:lnTo>
                  <a:pt x="203338" y="3587212"/>
                </a:lnTo>
              </a:path>
              <a:path w="552450" h="4451984">
                <a:moveTo>
                  <a:pt x="203338" y="3587212"/>
                </a:moveTo>
                <a:lnTo>
                  <a:pt x="209972" y="3553473"/>
                </a:lnTo>
                <a:lnTo>
                  <a:pt x="220419" y="3499225"/>
                </a:lnTo>
                <a:lnTo>
                  <a:pt x="227775" y="3460212"/>
                </a:lnTo>
              </a:path>
              <a:path w="552450" h="4451984">
                <a:moveTo>
                  <a:pt x="227775" y="3460212"/>
                </a:moveTo>
                <a:lnTo>
                  <a:pt x="230726" y="3444563"/>
                </a:lnTo>
                <a:lnTo>
                  <a:pt x="240893" y="3389489"/>
                </a:lnTo>
                <a:lnTo>
                  <a:pt x="250918" y="3334009"/>
                </a:lnTo>
                <a:lnTo>
                  <a:pt x="251059" y="3333212"/>
                </a:lnTo>
              </a:path>
              <a:path w="552450" h="4451984">
                <a:moveTo>
                  <a:pt x="251059" y="3333212"/>
                </a:moveTo>
                <a:lnTo>
                  <a:pt x="260801" y="3278126"/>
                </a:lnTo>
                <a:lnTo>
                  <a:pt x="270540" y="3221843"/>
                </a:lnTo>
                <a:lnTo>
                  <a:pt x="273187" y="3206212"/>
                </a:lnTo>
              </a:path>
              <a:path w="552450" h="4451984">
                <a:moveTo>
                  <a:pt x="273187" y="3206212"/>
                </a:moveTo>
                <a:lnTo>
                  <a:pt x="280135" y="3165165"/>
                </a:lnTo>
                <a:lnTo>
                  <a:pt x="289585" y="3108095"/>
                </a:lnTo>
                <a:lnTo>
                  <a:pt x="294261" y="3079212"/>
                </a:lnTo>
              </a:path>
              <a:path w="552450" h="4451984">
                <a:moveTo>
                  <a:pt x="294261" y="3079212"/>
                </a:moveTo>
                <a:lnTo>
                  <a:pt x="298888" y="3050638"/>
                </a:lnTo>
                <a:lnTo>
                  <a:pt x="308043" y="2992797"/>
                </a:lnTo>
                <a:lnTo>
                  <a:pt x="314322" y="2952212"/>
                </a:lnTo>
              </a:path>
              <a:path w="552450" h="4451984">
                <a:moveTo>
                  <a:pt x="314322" y="2952212"/>
                </a:moveTo>
                <a:lnTo>
                  <a:pt x="317050" y="2934576"/>
                </a:lnTo>
                <a:lnTo>
                  <a:pt x="325908" y="2875978"/>
                </a:lnTo>
                <a:lnTo>
                  <a:pt x="333403" y="2825212"/>
                </a:lnTo>
              </a:path>
              <a:path w="552450" h="4451984">
                <a:moveTo>
                  <a:pt x="333403" y="2825212"/>
                </a:moveTo>
                <a:lnTo>
                  <a:pt x="334615" y="2817009"/>
                </a:lnTo>
                <a:lnTo>
                  <a:pt x="343170" y="2757671"/>
                </a:lnTo>
                <a:lnTo>
                  <a:pt x="351539" y="2698207"/>
                </a:lnTo>
              </a:path>
              <a:path w="552450" h="4451984">
                <a:moveTo>
                  <a:pt x="351539" y="2698212"/>
                </a:moveTo>
                <a:lnTo>
                  <a:pt x="351573" y="2697968"/>
                </a:lnTo>
                <a:lnTo>
                  <a:pt x="359823" y="2637905"/>
                </a:lnTo>
                <a:lnTo>
                  <a:pt x="367917" y="2577484"/>
                </a:lnTo>
                <a:lnTo>
                  <a:pt x="368737" y="2571212"/>
                </a:lnTo>
              </a:path>
              <a:path w="552450" h="4451984">
                <a:moveTo>
                  <a:pt x="368737" y="2571212"/>
                </a:moveTo>
                <a:lnTo>
                  <a:pt x="375857" y="2516711"/>
                </a:lnTo>
                <a:lnTo>
                  <a:pt x="383640" y="2455589"/>
                </a:lnTo>
                <a:lnTo>
                  <a:pt x="385051" y="2444212"/>
                </a:lnTo>
              </a:path>
              <a:path w="552450" h="4451984">
                <a:moveTo>
                  <a:pt x="385051" y="2444212"/>
                </a:moveTo>
                <a:lnTo>
                  <a:pt x="391265" y="2394121"/>
                </a:lnTo>
                <a:lnTo>
                  <a:pt x="398732" y="2332312"/>
                </a:lnTo>
                <a:lnTo>
                  <a:pt x="400507" y="2317212"/>
                </a:lnTo>
              </a:path>
              <a:path w="552450" h="4451984">
                <a:moveTo>
                  <a:pt x="400507" y="2317212"/>
                </a:moveTo>
                <a:lnTo>
                  <a:pt x="406039" y="2270165"/>
                </a:lnTo>
                <a:lnTo>
                  <a:pt x="413186" y="2207684"/>
                </a:lnTo>
                <a:lnTo>
                  <a:pt x="415129" y="2190212"/>
                </a:lnTo>
              </a:path>
              <a:path w="552450" h="4451984">
                <a:moveTo>
                  <a:pt x="415129" y="2190212"/>
                </a:moveTo>
                <a:lnTo>
                  <a:pt x="420171" y="2144874"/>
                </a:lnTo>
                <a:lnTo>
                  <a:pt x="426993" y="2081737"/>
                </a:lnTo>
                <a:lnTo>
                  <a:pt x="428937" y="2063212"/>
                </a:lnTo>
              </a:path>
              <a:path w="552450" h="4451984">
                <a:moveTo>
                  <a:pt x="428937" y="2063212"/>
                </a:moveTo>
                <a:lnTo>
                  <a:pt x="433652" y="2018278"/>
                </a:lnTo>
                <a:lnTo>
                  <a:pt x="440146" y="1954501"/>
                </a:lnTo>
                <a:lnTo>
                  <a:pt x="441952" y="1936212"/>
                </a:lnTo>
              </a:path>
              <a:path w="552450" h="4451984">
                <a:moveTo>
                  <a:pt x="441952" y="1936212"/>
                </a:moveTo>
                <a:lnTo>
                  <a:pt x="446475" y="1890410"/>
                </a:lnTo>
                <a:lnTo>
                  <a:pt x="452637" y="1826007"/>
                </a:lnTo>
                <a:lnTo>
                  <a:pt x="454193" y="1809212"/>
                </a:lnTo>
              </a:path>
              <a:path w="552450" h="4451984">
                <a:moveTo>
                  <a:pt x="454193" y="1809212"/>
                </a:moveTo>
                <a:lnTo>
                  <a:pt x="458632" y="1761298"/>
                </a:lnTo>
                <a:lnTo>
                  <a:pt x="464458" y="1696286"/>
                </a:lnTo>
                <a:lnTo>
                  <a:pt x="465677" y="1682212"/>
                </a:lnTo>
              </a:path>
              <a:path w="552450" h="4451984">
                <a:moveTo>
                  <a:pt x="465677" y="1682212"/>
                </a:moveTo>
                <a:lnTo>
                  <a:pt x="470114" y="1630975"/>
                </a:lnTo>
                <a:lnTo>
                  <a:pt x="475600" y="1565369"/>
                </a:lnTo>
                <a:lnTo>
                  <a:pt x="476419" y="1555212"/>
                </a:lnTo>
              </a:path>
              <a:path w="552450" h="4451984">
                <a:moveTo>
                  <a:pt x="476419" y="1555212"/>
                </a:moveTo>
                <a:lnTo>
                  <a:pt x="480914" y="1499471"/>
                </a:lnTo>
                <a:lnTo>
                  <a:pt x="486055" y="1433286"/>
                </a:lnTo>
                <a:lnTo>
                  <a:pt x="491023" y="1366817"/>
                </a:lnTo>
                <a:lnTo>
                  <a:pt x="495735" y="1301206"/>
                </a:lnTo>
              </a:path>
              <a:path w="552450" h="4451984">
                <a:moveTo>
                  <a:pt x="495734" y="1301212"/>
                </a:moveTo>
                <a:lnTo>
                  <a:pt x="495817" y="1300068"/>
                </a:lnTo>
                <a:lnTo>
                  <a:pt x="500434" y="1233044"/>
                </a:lnTo>
                <a:lnTo>
                  <a:pt x="504316" y="1174212"/>
                </a:lnTo>
              </a:path>
              <a:path w="552450" h="4451984">
                <a:moveTo>
                  <a:pt x="504316" y="1174212"/>
                </a:moveTo>
                <a:lnTo>
                  <a:pt x="504875" y="1165747"/>
                </a:lnTo>
                <a:lnTo>
                  <a:pt x="509138" y="1098182"/>
                </a:lnTo>
                <a:lnTo>
                  <a:pt x="512207" y="1047212"/>
                </a:lnTo>
              </a:path>
              <a:path w="552450" h="4451984">
                <a:moveTo>
                  <a:pt x="512207" y="1047212"/>
                </a:moveTo>
                <a:lnTo>
                  <a:pt x="513223" y="1030352"/>
                </a:lnTo>
                <a:lnTo>
                  <a:pt x="517128" y="962262"/>
                </a:lnTo>
                <a:lnTo>
                  <a:pt x="519419" y="920212"/>
                </a:lnTo>
              </a:path>
              <a:path w="552450" h="4451984">
                <a:moveTo>
                  <a:pt x="519419" y="920212"/>
                </a:moveTo>
                <a:lnTo>
                  <a:pt x="520852" y="893915"/>
                </a:lnTo>
                <a:lnTo>
                  <a:pt x="524394" y="825316"/>
                </a:lnTo>
                <a:lnTo>
                  <a:pt x="525961" y="793212"/>
                </a:lnTo>
              </a:path>
              <a:path w="552450" h="4451984">
                <a:moveTo>
                  <a:pt x="525961" y="793212"/>
                </a:moveTo>
                <a:lnTo>
                  <a:pt x="527754" y="756467"/>
                </a:lnTo>
                <a:lnTo>
                  <a:pt x="530930" y="687374"/>
                </a:lnTo>
                <a:lnTo>
                  <a:pt x="531843" y="666212"/>
                </a:lnTo>
              </a:path>
              <a:path w="552450" h="4451984">
                <a:moveTo>
                  <a:pt x="531843" y="666212"/>
                </a:moveTo>
                <a:lnTo>
                  <a:pt x="533922" y="618038"/>
                </a:lnTo>
                <a:lnTo>
                  <a:pt x="536728" y="548466"/>
                </a:lnTo>
                <a:lnTo>
                  <a:pt x="539347" y="478660"/>
                </a:lnTo>
                <a:lnTo>
                  <a:pt x="541653" y="412207"/>
                </a:lnTo>
              </a:path>
              <a:path w="552450" h="4451984">
                <a:moveTo>
                  <a:pt x="541653" y="412211"/>
                </a:moveTo>
                <a:lnTo>
                  <a:pt x="541778" y="408624"/>
                </a:lnTo>
                <a:lnTo>
                  <a:pt x="544020" y="338363"/>
                </a:lnTo>
                <a:lnTo>
                  <a:pt x="545568" y="285211"/>
                </a:lnTo>
              </a:path>
              <a:path w="552450" h="4451984">
                <a:moveTo>
                  <a:pt x="545568" y="285211"/>
                </a:moveTo>
                <a:lnTo>
                  <a:pt x="546073" y="267879"/>
                </a:lnTo>
                <a:lnTo>
                  <a:pt x="547935" y="197177"/>
                </a:lnTo>
                <a:lnTo>
                  <a:pt x="548853" y="158211"/>
                </a:lnTo>
              </a:path>
              <a:path w="552450" h="4451984">
                <a:moveTo>
                  <a:pt x="548853" y="158211"/>
                </a:moveTo>
                <a:lnTo>
                  <a:pt x="549606" y="126261"/>
                </a:lnTo>
                <a:lnTo>
                  <a:pt x="551083" y="55134"/>
                </a:lnTo>
                <a:lnTo>
                  <a:pt x="551514" y="31211"/>
                </a:lnTo>
              </a:path>
              <a:path w="552450" h="4451984">
                <a:moveTo>
                  <a:pt x="551514" y="31211"/>
                </a:moveTo>
                <a:lnTo>
                  <a:pt x="552076" y="0"/>
                </a:lnTo>
              </a:path>
            </a:pathLst>
          </a:custGeom>
          <a:ln w="38100">
            <a:solidFill>
              <a:srgbClr val="F923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313641" y="910464"/>
            <a:ext cx="942975" cy="236854"/>
          </a:xfrm>
          <a:custGeom>
            <a:avLst/>
            <a:gdLst/>
            <a:ahLst/>
            <a:cxnLst/>
            <a:rect l="l" t="t" r="r" b="b"/>
            <a:pathLst>
              <a:path w="942975" h="236855">
                <a:moveTo>
                  <a:pt x="118169" y="236339"/>
                </a:moveTo>
                <a:lnTo>
                  <a:pt x="72161" y="227056"/>
                </a:lnTo>
                <a:lnTo>
                  <a:pt x="34601" y="201737"/>
                </a:lnTo>
                <a:lnTo>
                  <a:pt x="9282" y="164177"/>
                </a:lnTo>
                <a:lnTo>
                  <a:pt x="0" y="118169"/>
                </a:lnTo>
                <a:lnTo>
                  <a:pt x="9282" y="72161"/>
                </a:lnTo>
                <a:lnTo>
                  <a:pt x="34601" y="34601"/>
                </a:lnTo>
                <a:lnTo>
                  <a:pt x="72161" y="9282"/>
                </a:lnTo>
                <a:lnTo>
                  <a:pt x="118169" y="0"/>
                </a:lnTo>
                <a:lnTo>
                  <a:pt x="164177" y="9282"/>
                </a:lnTo>
                <a:lnTo>
                  <a:pt x="201737" y="34601"/>
                </a:lnTo>
                <a:lnTo>
                  <a:pt x="227056" y="72161"/>
                </a:lnTo>
                <a:lnTo>
                  <a:pt x="236339" y="118169"/>
                </a:lnTo>
                <a:lnTo>
                  <a:pt x="227056" y="164177"/>
                </a:lnTo>
                <a:lnTo>
                  <a:pt x="201737" y="201737"/>
                </a:lnTo>
                <a:lnTo>
                  <a:pt x="164177" y="227056"/>
                </a:lnTo>
                <a:lnTo>
                  <a:pt x="118169" y="236339"/>
                </a:lnTo>
                <a:close/>
              </a:path>
              <a:path w="942975" h="236855">
                <a:moveTo>
                  <a:pt x="827186" y="236339"/>
                </a:moveTo>
                <a:lnTo>
                  <a:pt x="781179" y="227056"/>
                </a:lnTo>
                <a:lnTo>
                  <a:pt x="743618" y="201737"/>
                </a:lnTo>
                <a:lnTo>
                  <a:pt x="718299" y="164177"/>
                </a:lnTo>
                <a:lnTo>
                  <a:pt x="709017" y="118169"/>
                </a:lnTo>
                <a:lnTo>
                  <a:pt x="718299" y="72161"/>
                </a:lnTo>
                <a:lnTo>
                  <a:pt x="743618" y="34601"/>
                </a:lnTo>
                <a:lnTo>
                  <a:pt x="781179" y="9282"/>
                </a:lnTo>
                <a:lnTo>
                  <a:pt x="827186" y="0"/>
                </a:lnTo>
                <a:lnTo>
                  <a:pt x="873194" y="9282"/>
                </a:lnTo>
                <a:lnTo>
                  <a:pt x="910754" y="34601"/>
                </a:lnTo>
                <a:lnTo>
                  <a:pt x="936073" y="72161"/>
                </a:lnTo>
                <a:lnTo>
                  <a:pt x="942751" y="105262"/>
                </a:lnTo>
                <a:lnTo>
                  <a:pt x="942751" y="131076"/>
                </a:lnTo>
                <a:lnTo>
                  <a:pt x="936073" y="164177"/>
                </a:lnTo>
                <a:lnTo>
                  <a:pt x="910754" y="201737"/>
                </a:lnTo>
                <a:lnTo>
                  <a:pt x="873194" y="227056"/>
                </a:lnTo>
                <a:lnTo>
                  <a:pt x="827186" y="236339"/>
                </a:lnTo>
                <a:close/>
              </a:path>
              <a:path w="942975" h="236855">
                <a:moveTo>
                  <a:pt x="472678" y="236339"/>
                </a:moveTo>
                <a:lnTo>
                  <a:pt x="426670" y="227056"/>
                </a:lnTo>
                <a:lnTo>
                  <a:pt x="389110" y="201737"/>
                </a:lnTo>
                <a:lnTo>
                  <a:pt x="363791" y="164177"/>
                </a:lnTo>
                <a:lnTo>
                  <a:pt x="354508" y="118169"/>
                </a:lnTo>
                <a:lnTo>
                  <a:pt x="363791" y="72161"/>
                </a:lnTo>
                <a:lnTo>
                  <a:pt x="389110" y="34601"/>
                </a:lnTo>
                <a:lnTo>
                  <a:pt x="426670" y="9282"/>
                </a:lnTo>
                <a:lnTo>
                  <a:pt x="472678" y="0"/>
                </a:lnTo>
                <a:lnTo>
                  <a:pt x="518685" y="9282"/>
                </a:lnTo>
                <a:lnTo>
                  <a:pt x="556246" y="34601"/>
                </a:lnTo>
                <a:lnTo>
                  <a:pt x="581564" y="72161"/>
                </a:lnTo>
                <a:lnTo>
                  <a:pt x="590847" y="118169"/>
                </a:lnTo>
                <a:lnTo>
                  <a:pt x="581564" y="164177"/>
                </a:lnTo>
                <a:lnTo>
                  <a:pt x="556246" y="201737"/>
                </a:lnTo>
                <a:lnTo>
                  <a:pt x="518685" y="227056"/>
                </a:lnTo>
                <a:lnTo>
                  <a:pt x="472678" y="236339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09356" y="264811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8"/>
                </a:lnTo>
                <a:lnTo>
                  <a:pt x="8947" y="590527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5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5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7"/>
                </a:lnTo>
                <a:lnTo>
                  <a:pt x="972642" y="635538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07124" y="2902206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51509" y="4428295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38834" y="4542659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51509" y="1982347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38834" y="209671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51509" y="5094058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6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38834" y="520842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51509" y="3762531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38834" y="387689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51509" y="642558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38834" y="653994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51509" y="5759821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38834" y="587418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51509" y="7093215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38834" y="720757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951509" y="776084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6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138834" y="787520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65436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120"/>
              </a:spcBef>
            </a:pPr>
            <a:r>
              <a:rPr dirty="0" sz="7150" spc="-10">
                <a:solidFill>
                  <a:srgbClr val="181818"/>
                </a:solidFill>
              </a:rPr>
              <a:t>Objectives</a:t>
            </a:r>
            <a:endParaRPr sz="7150"/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5496" y="4339554"/>
            <a:ext cx="138163" cy="138163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4192957" y="3965556"/>
            <a:ext cx="7352030" cy="33648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3900" spc="75">
                <a:solidFill>
                  <a:srgbClr val="181818"/>
                </a:solidFill>
                <a:latin typeface="Times New Roman"/>
                <a:cs typeface="Times New Roman"/>
              </a:rPr>
              <a:t>Analyze</a:t>
            </a:r>
            <a:r>
              <a:rPr dirty="0" sz="3900" spc="22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70">
                <a:solidFill>
                  <a:srgbClr val="181818"/>
                </a:solidFill>
                <a:latin typeface="Times New Roman"/>
                <a:cs typeface="Times New Roman"/>
              </a:rPr>
              <a:t>flight</a:t>
            </a:r>
            <a:r>
              <a:rPr dirty="0" sz="3900" spc="22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70">
                <a:solidFill>
                  <a:srgbClr val="181818"/>
                </a:solidFill>
                <a:latin typeface="Times New Roman"/>
                <a:cs typeface="Times New Roman"/>
              </a:rPr>
              <a:t>delay</a:t>
            </a:r>
            <a:r>
              <a:rPr dirty="0" sz="3900" spc="22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70">
                <a:solidFill>
                  <a:srgbClr val="181818"/>
                </a:solidFill>
                <a:latin typeface="Times New Roman"/>
                <a:cs typeface="Times New Roman"/>
              </a:rPr>
              <a:t>patterns</a:t>
            </a:r>
            <a:endParaRPr sz="3900">
              <a:latin typeface="Times New Roman"/>
              <a:cs typeface="Times New Roman"/>
            </a:endParaRPr>
          </a:p>
          <a:p>
            <a:pPr marL="12700" marR="5080">
              <a:lnSpc>
                <a:spcPts val="5260"/>
              </a:lnSpc>
              <a:spcBef>
                <a:spcPts val="270"/>
              </a:spcBef>
            </a:pPr>
            <a:r>
              <a:rPr dirty="0" sz="3900" spc="65">
                <a:solidFill>
                  <a:srgbClr val="181818"/>
                </a:solidFill>
                <a:latin typeface="Times New Roman"/>
                <a:cs typeface="Times New Roman"/>
              </a:rPr>
              <a:t>Help</a:t>
            </a:r>
            <a:r>
              <a:rPr dirty="0" sz="3900" spc="204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85">
                <a:solidFill>
                  <a:srgbClr val="181818"/>
                </a:solidFill>
                <a:latin typeface="Times New Roman"/>
                <a:cs typeface="Times New Roman"/>
              </a:rPr>
              <a:t>passengers</a:t>
            </a:r>
            <a:r>
              <a:rPr dirty="0" sz="3900" spc="21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75">
                <a:solidFill>
                  <a:srgbClr val="181818"/>
                </a:solidFill>
                <a:latin typeface="Times New Roman"/>
                <a:cs typeface="Times New Roman"/>
              </a:rPr>
              <a:t>choose</a:t>
            </a:r>
            <a:r>
              <a:rPr dirty="0" sz="3900" spc="21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65">
                <a:solidFill>
                  <a:srgbClr val="181818"/>
                </a:solidFill>
                <a:latin typeface="Times New Roman"/>
                <a:cs typeface="Times New Roman"/>
              </a:rPr>
              <a:t>best</a:t>
            </a:r>
            <a:r>
              <a:rPr dirty="0" sz="3900" spc="21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65">
                <a:solidFill>
                  <a:srgbClr val="181818"/>
                </a:solidFill>
                <a:latin typeface="Times New Roman"/>
                <a:cs typeface="Times New Roman"/>
              </a:rPr>
              <a:t>travel </a:t>
            </a:r>
            <a:r>
              <a:rPr dirty="0" sz="3900" spc="60">
                <a:solidFill>
                  <a:srgbClr val="181818"/>
                </a:solidFill>
                <a:latin typeface="Times New Roman"/>
                <a:cs typeface="Times New Roman"/>
              </a:rPr>
              <a:t>times</a:t>
            </a:r>
            <a:endParaRPr sz="3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3900" spc="75">
                <a:solidFill>
                  <a:srgbClr val="181818"/>
                </a:solidFill>
                <a:latin typeface="Times New Roman"/>
                <a:cs typeface="Times New Roman"/>
              </a:rPr>
              <a:t>Support</a:t>
            </a:r>
            <a:r>
              <a:rPr dirty="0" sz="3900" spc="204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85">
                <a:solidFill>
                  <a:srgbClr val="181818"/>
                </a:solidFill>
                <a:latin typeface="Times New Roman"/>
                <a:cs typeface="Times New Roman"/>
              </a:rPr>
              <a:t>infrastructure</a:t>
            </a:r>
            <a:r>
              <a:rPr dirty="0" sz="3900" spc="204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60">
                <a:solidFill>
                  <a:srgbClr val="181818"/>
                </a:solidFill>
                <a:latin typeface="Times New Roman"/>
                <a:cs typeface="Times New Roman"/>
              </a:rPr>
              <a:t>and</a:t>
            </a:r>
            <a:r>
              <a:rPr dirty="0" sz="3900" spc="204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900" spc="65">
                <a:solidFill>
                  <a:srgbClr val="181818"/>
                </a:solidFill>
                <a:latin typeface="Times New Roman"/>
                <a:cs typeface="Times New Roman"/>
              </a:rPr>
              <a:t>policy</a:t>
            </a:r>
            <a:endParaRPr sz="3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3900" spc="70">
                <a:solidFill>
                  <a:srgbClr val="181818"/>
                </a:solidFill>
                <a:latin typeface="Times New Roman"/>
                <a:cs typeface="Times New Roman"/>
              </a:rPr>
              <a:t>decisions</a:t>
            </a:r>
            <a:endParaRPr sz="3900">
              <a:latin typeface="Times New Roman"/>
              <a:cs typeface="Times New Roman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5496" y="5007345"/>
            <a:ext cx="138163" cy="138163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5496" y="6342927"/>
            <a:ext cx="138163" cy="1381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9356" y="3315742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2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0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3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3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0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07124" y="3569837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3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1509" y="4428295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38834" y="4542659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51509" y="1982347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38834" y="209671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51509" y="5094058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6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38834" y="520842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51509" y="264811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38834" y="2762474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51509" y="642558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38834" y="653994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51509" y="5759821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38834" y="587418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822826" y="0"/>
            <a:ext cx="1438275" cy="9124950"/>
          </a:xfrm>
          <a:custGeom>
            <a:avLst/>
            <a:gdLst/>
            <a:ahLst/>
            <a:cxnLst/>
            <a:rect l="l" t="t" r="r" b="b"/>
            <a:pathLst>
              <a:path w="1438275" h="9124950">
                <a:moveTo>
                  <a:pt x="1438274" y="9124949"/>
                </a:moveTo>
                <a:lnTo>
                  <a:pt x="0" y="9124949"/>
                </a:lnTo>
                <a:lnTo>
                  <a:pt x="0" y="0"/>
                </a:lnTo>
                <a:lnTo>
                  <a:pt x="1438274" y="0"/>
                </a:lnTo>
                <a:lnTo>
                  <a:pt x="1438274" y="9124949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142198" y="381063"/>
            <a:ext cx="3052445" cy="1153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400" spc="-10">
                <a:solidFill>
                  <a:srgbClr val="181818"/>
                </a:solidFill>
              </a:rPr>
              <a:t>Dataset</a:t>
            </a:r>
            <a:endParaRPr sz="7400"/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8230" y="2159329"/>
            <a:ext cx="95250" cy="95249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3440771" y="1960034"/>
            <a:ext cx="738822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Dataset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contains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flight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operation</a:t>
            </a:r>
            <a:r>
              <a:rPr dirty="0" sz="2600" spc="-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and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delay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information.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8230" y="3073729"/>
            <a:ext cx="95250" cy="95249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3160676" y="2812598"/>
            <a:ext cx="5226050" cy="32258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92735">
              <a:lnSpc>
                <a:spcPct val="100000"/>
              </a:lnSpc>
              <a:spcBef>
                <a:spcPts val="580"/>
              </a:spcBef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Includes</a:t>
            </a:r>
            <a:r>
              <a:rPr dirty="0" sz="2600" spc="-9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details</a:t>
            </a:r>
            <a:r>
              <a:rPr dirty="0" sz="2600" spc="-9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181818"/>
                </a:solidFill>
                <a:latin typeface="Times New Roman"/>
                <a:cs typeface="Times New Roman"/>
              </a:rPr>
              <a:t>of: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Date</a:t>
            </a:r>
            <a:r>
              <a:rPr dirty="0" sz="2600" spc="-7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(year,</a:t>
            </a:r>
            <a:r>
              <a:rPr dirty="0" sz="26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month,</a:t>
            </a:r>
            <a:r>
              <a:rPr dirty="0" sz="26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181818"/>
                </a:solidFill>
                <a:latin typeface="Times New Roman"/>
                <a:cs typeface="Times New Roman"/>
              </a:rPr>
              <a:t>day)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Departure</a:t>
            </a:r>
            <a:r>
              <a:rPr dirty="0" sz="26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&amp;</a:t>
            </a:r>
            <a:r>
              <a:rPr dirty="0" sz="26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arrival</a:t>
            </a:r>
            <a:r>
              <a:rPr dirty="0" sz="26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times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Delay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durations</a:t>
            </a:r>
            <a:r>
              <a:rPr dirty="0" sz="2600" spc="-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(departure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&amp;</a:t>
            </a:r>
            <a:r>
              <a:rPr dirty="0" sz="2600" spc="-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arrival)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Airline</a:t>
            </a:r>
            <a:r>
              <a:rPr dirty="0" sz="2600" spc="-7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and</a:t>
            </a:r>
            <a:r>
              <a:rPr dirty="0" sz="2600" spc="-7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flight</a:t>
            </a:r>
            <a:r>
              <a:rPr dirty="0" sz="2600" spc="-7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details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Origin</a:t>
            </a:r>
            <a:r>
              <a:rPr dirty="0" sz="2600" spc="-9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and</a:t>
            </a:r>
            <a:r>
              <a:rPr dirty="0" sz="2600" spc="-9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destination</a:t>
            </a:r>
            <a:r>
              <a:rPr dirty="0" sz="2600" spc="-9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airports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Distance</a:t>
            </a:r>
            <a:r>
              <a:rPr dirty="0" sz="26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and</a:t>
            </a:r>
            <a:r>
              <a:rPr dirty="0" sz="26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air</a:t>
            </a:r>
            <a:r>
              <a:rPr dirty="0" sz="26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travel</a:t>
            </a:r>
            <a:r>
              <a:rPr dirty="0" sz="26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181818"/>
                </a:solidFill>
                <a:latin typeface="Times New Roman"/>
                <a:cs typeface="Times New Roman"/>
              </a:rPr>
              <a:t>time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8230" y="6731329"/>
            <a:ext cx="95250" cy="95249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3160676" y="6470198"/>
            <a:ext cx="5417820" cy="23114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92735">
              <a:lnSpc>
                <a:spcPct val="100000"/>
              </a:lnSpc>
              <a:spcBef>
                <a:spcPts val="580"/>
              </a:spcBef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Key</a:t>
            </a:r>
            <a:r>
              <a:rPr dirty="0" sz="2600" spc="-5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columns: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dep_delay,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arr_delay</a:t>
            </a:r>
            <a:r>
              <a:rPr dirty="0" sz="2600" spc="-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26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delay</a:t>
            </a:r>
            <a:r>
              <a:rPr dirty="0" sz="2600" spc="-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analysis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carrier,</a:t>
            </a:r>
            <a:r>
              <a:rPr dirty="0" sz="26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name</a:t>
            </a:r>
            <a:r>
              <a:rPr dirty="0" sz="2600" spc="-5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26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airline</a:t>
            </a:r>
            <a:r>
              <a:rPr dirty="0" sz="2600" spc="-5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information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origin,</a:t>
            </a:r>
            <a:r>
              <a:rPr dirty="0" sz="26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dest</a:t>
            </a:r>
            <a:r>
              <a:rPr dirty="0" sz="26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26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route</a:t>
            </a:r>
            <a:r>
              <a:rPr dirty="0" sz="26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details</a:t>
            </a:r>
            <a:endParaRPr sz="2600">
              <a:latin typeface="Times New Roman"/>
              <a:cs typeface="Times New Roman"/>
            </a:endParaRPr>
          </a:p>
          <a:p>
            <a:pPr marL="292100" indent="-2794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2100" algn="l"/>
              </a:tabLst>
            </a:pP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distance,</a:t>
            </a:r>
            <a:r>
              <a:rPr dirty="0" sz="2600" spc="-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air_time</a:t>
            </a:r>
            <a:r>
              <a:rPr dirty="0" sz="2600" spc="-7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2600" spc="-7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81818"/>
                </a:solidFill>
                <a:latin typeface="Times New Roman"/>
                <a:cs typeface="Times New Roman"/>
              </a:rPr>
              <a:t>travel</a:t>
            </a:r>
            <a:r>
              <a:rPr dirty="0" sz="2600" spc="-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181818"/>
                </a:solidFill>
                <a:latin typeface="Times New Roman"/>
                <a:cs typeface="Times New Roman"/>
              </a:rPr>
              <a:t>metrics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951509" y="7093215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138834" y="720757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951509" y="776084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6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138834" y="787520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16691852" y="9652954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4">
                <a:moveTo>
                  <a:pt x="85" y="0"/>
                </a:moveTo>
                <a:lnTo>
                  <a:pt x="0" y="149"/>
                </a:lnTo>
              </a:path>
            </a:pathLst>
          </a:custGeom>
          <a:ln w="1142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1419" y="957694"/>
            <a:ext cx="5682615" cy="94106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>
                <a:solidFill>
                  <a:srgbClr val="181818"/>
                </a:solidFill>
              </a:rPr>
              <a:t>Created</a:t>
            </a:r>
            <a:r>
              <a:rPr dirty="0" sz="6000" spc="-10">
                <a:solidFill>
                  <a:srgbClr val="181818"/>
                </a:solidFill>
              </a:rPr>
              <a:t> Features</a:t>
            </a:r>
            <a:endParaRPr sz="6000"/>
          </a:p>
        </p:txBody>
      </p:sp>
      <p:sp>
        <p:nvSpPr>
          <p:cNvPr id="3" name="object 3" descr=""/>
          <p:cNvSpPr/>
          <p:nvPr/>
        </p:nvSpPr>
        <p:spPr>
          <a:xfrm>
            <a:off x="1570479" y="5835120"/>
            <a:ext cx="552450" cy="4451985"/>
          </a:xfrm>
          <a:custGeom>
            <a:avLst/>
            <a:gdLst/>
            <a:ahLst/>
            <a:cxnLst/>
            <a:rect l="l" t="t" r="r" b="b"/>
            <a:pathLst>
              <a:path w="552450" h="4451984">
                <a:moveTo>
                  <a:pt x="0" y="4451878"/>
                </a:moveTo>
                <a:lnTo>
                  <a:pt x="12021" y="4408507"/>
                </a:lnTo>
                <a:lnTo>
                  <a:pt x="24684" y="4361898"/>
                </a:lnTo>
                <a:lnTo>
                  <a:pt x="28063" y="4349212"/>
                </a:lnTo>
              </a:path>
              <a:path w="552450" h="4451984">
                <a:moveTo>
                  <a:pt x="28063" y="4349212"/>
                </a:moveTo>
                <a:lnTo>
                  <a:pt x="37225" y="4314809"/>
                </a:lnTo>
                <a:lnTo>
                  <a:pt x="49642" y="4267244"/>
                </a:lnTo>
                <a:lnTo>
                  <a:pt x="61166" y="4222212"/>
                </a:lnTo>
              </a:path>
              <a:path w="552450" h="4451984">
                <a:moveTo>
                  <a:pt x="61166" y="4222212"/>
                </a:moveTo>
                <a:lnTo>
                  <a:pt x="61935" y="4219206"/>
                </a:lnTo>
                <a:lnTo>
                  <a:pt x="74103" y="4170699"/>
                </a:lnTo>
                <a:lnTo>
                  <a:pt x="86145" y="4121728"/>
                </a:lnTo>
                <a:lnTo>
                  <a:pt x="92536" y="4095212"/>
                </a:lnTo>
              </a:path>
              <a:path w="552450" h="4451984">
                <a:moveTo>
                  <a:pt x="92536" y="4095212"/>
                </a:moveTo>
                <a:lnTo>
                  <a:pt x="98059" y="4072296"/>
                </a:lnTo>
                <a:lnTo>
                  <a:pt x="109844" y="4022407"/>
                </a:lnTo>
                <a:lnTo>
                  <a:pt x="121500" y="3972065"/>
                </a:lnTo>
                <a:lnTo>
                  <a:pt x="122375" y="3968212"/>
                </a:lnTo>
              </a:path>
              <a:path w="552450" h="4451984">
                <a:moveTo>
                  <a:pt x="122375" y="3968212"/>
                </a:moveTo>
                <a:lnTo>
                  <a:pt x="133026" y="3921273"/>
                </a:lnTo>
                <a:lnTo>
                  <a:pt x="144421" y="3870036"/>
                </a:lnTo>
                <a:lnTo>
                  <a:pt x="150702" y="3841212"/>
                </a:lnTo>
              </a:path>
              <a:path w="552450" h="4451984">
                <a:moveTo>
                  <a:pt x="150702" y="3841212"/>
                </a:moveTo>
                <a:lnTo>
                  <a:pt x="155683" y="3818357"/>
                </a:lnTo>
                <a:lnTo>
                  <a:pt x="166812" y="3766240"/>
                </a:lnTo>
                <a:lnTo>
                  <a:pt x="177701" y="3714190"/>
                </a:lnTo>
              </a:path>
              <a:path w="552450" h="4451984">
                <a:moveTo>
                  <a:pt x="177697" y="3714212"/>
                </a:moveTo>
                <a:lnTo>
                  <a:pt x="177806" y="3713690"/>
                </a:lnTo>
                <a:lnTo>
                  <a:pt x="188665" y="3660709"/>
                </a:lnTo>
                <a:lnTo>
                  <a:pt x="199387" y="3607302"/>
                </a:lnTo>
                <a:lnTo>
                  <a:pt x="203338" y="3587212"/>
                </a:lnTo>
              </a:path>
              <a:path w="552450" h="4451984">
                <a:moveTo>
                  <a:pt x="203338" y="3587212"/>
                </a:moveTo>
                <a:lnTo>
                  <a:pt x="209972" y="3553473"/>
                </a:lnTo>
                <a:lnTo>
                  <a:pt x="220419" y="3499225"/>
                </a:lnTo>
                <a:lnTo>
                  <a:pt x="227775" y="3460212"/>
                </a:lnTo>
              </a:path>
              <a:path w="552450" h="4451984">
                <a:moveTo>
                  <a:pt x="227775" y="3460212"/>
                </a:moveTo>
                <a:lnTo>
                  <a:pt x="230726" y="3444563"/>
                </a:lnTo>
                <a:lnTo>
                  <a:pt x="240893" y="3389489"/>
                </a:lnTo>
                <a:lnTo>
                  <a:pt x="250918" y="3334009"/>
                </a:lnTo>
                <a:lnTo>
                  <a:pt x="251059" y="3333212"/>
                </a:lnTo>
              </a:path>
              <a:path w="552450" h="4451984">
                <a:moveTo>
                  <a:pt x="251059" y="3333212"/>
                </a:moveTo>
                <a:lnTo>
                  <a:pt x="260801" y="3278126"/>
                </a:lnTo>
                <a:lnTo>
                  <a:pt x="270540" y="3221843"/>
                </a:lnTo>
                <a:lnTo>
                  <a:pt x="273187" y="3206212"/>
                </a:lnTo>
              </a:path>
              <a:path w="552450" h="4451984">
                <a:moveTo>
                  <a:pt x="273187" y="3206212"/>
                </a:moveTo>
                <a:lnTo>
                  <a:pt x="280135" y="3165165"/>
                </a:lnTo>
                <a:lnTo>
                  <a:pt x="289585" y="3108095"/>
                </a:lnTo>
                <a:lnTo>
                  <a:pt x="294261" y="3079212"/>
                </a:lnTo>
              </a:path>
              <a:path w="552450" h="4451984">
                <a:moveTo>
                  <a:pt x="294261" y="3079212"/>
                </a:moveTo>
                <a:lnTo>
                  <a:pt x="298888" y="3050638"/>
                </a:lnTo>
                <a:lnTo>
                  <a:pt x="308043" y="2992797"/>
                </a:lnTo>
                <a:lnTo>
                  <a:pt x="314322" y="2952212"/>
                </a:lnTo>
              </a:path>
              <a:path w="552450" h="4451984">
                <a:moveTo>
                  <a:pt x="314322" y="2952212"/>
                </a:moveTo>
                <a:lnTo>
                  <a:pt x="317050" y="2934576"/>
                </a:lnTo>
                <a:lnTo>
                  <a:pt x="325908" y="2875978"/>
                </a:lnTo>
                <a:lnTo>
                  <a:pt x="333403" y="2825212"/>
                </a:lnTo>
              </a:path>
              <a:path w="552450" h="4451984">
                <a:moveTo>
                  <a:pt x="333403" y="2825212"/>
                </a:moveTo>
                <a:lnTo>
                  <a:pt x="334615" y="2817009"/>
                </a:lnTo>
                <a:lnTo>
                  <a:pt x="343170" y="2757671"/>
                </a:lnTo>
                <a:lnTo>
                  <a:pt x="351539" y="2698207"/>
                </a:lnTo>
              </a:path>
              <a:path w="552450" h="4451984">
                <a:moveTo>
                  <a:pt x="351539" y="2698212"/>
                </a:moveTo>
                <a:lnTo>
                  <a:pt x="351573" y="2697968"/>
                </a:lnTo>
                <a:lnTo>
                  <a:pt x="359823" y="2637905"/>
                </a:lnTo>
                <a:lnTo>
                  <a:pt x="367917" y="2577484"/>
                </a:lnTo>
                <a:lnTo>
                  <a:pt x="368737" y="2571212"/>
                </a:lnTo>
              </a:path>
              <a:path w="552450" h="4451984">
                <a:moveTo>
                  <a:pt x="368737" y="2571212"/>
                </a:moveTo>
                <a:lnTo>
                  <a:pt x="375857" y="2516711"/>
                </a:lnTo>
                <a:lnTo>
                  <a:pt x="383640" y="2455589"/>
                </a:lnTo>
                <a:lnTo>
                  <a:pt x="385051" y="2444212"/>
                </a:lnTo>
              </a:path>
              <a:path w="552450" h="4451984">
                <a:moveTo>
                  <a:pt x="385051" y="2444212"/>
                </a:moveTo>
                <a:lnTo>
                  <a:pt x="391265" y="2394121"/>
                </a:lnTo>
                <a:lnTo>
                  <a:pt x="398732" y="2332312"/>
                </a:lnTo>
                <a:lnTo>
                  <a:pt x="400507" y="2317212"/>
                </a:lnTo>
              </a:path>
              <a:path w="552450" h="4451984">
                <a:moveTo>
                  <a:pt x="400507" y="2317212"/>
                </a:moveTo>
                <a:lnTo>
                  <a:pt x="406039" y="2270165"/>
                </a:lnTo>
                <a:lnTo>
                  <a:pt x="413186" y="2207684"/>
                </a:lnTo>
                <a:lnTo>
                  <a:pt x="415129" y="2190212"/>
                </a:lnTo>
              </a:path>
              <a:path w="552450" h="4451984">
                <a:moveTo>
                  <a:pt x="415129" y="2190212"/>
                </a:moveTo>
                <a:lnTo>
                  <a:pt x="420171" y="2144874"/>
                </a:lnTo>
                <a:lnTo>
                  <a:pt x="426993" y="2081737"/>
                </a:lnTo>
                <a:lnTo>
                  <a:pt x="428937" y="2063212"/>
                </a:lnTo>
              </a:path>
              <a:path w="552450" h="4451984">
                <a:moveTo>
                  <a:pt x="428937" y="2063212"/>
                </a:moveTo>
                <a:lnTo>
                  <a:pt x="433652" y="2018278"/>
                </a:lnTo>
                <a:lnTo>
                  <a:pt x="440146" y="1954501"/>
                </a:lnTo>
                <a:lnTo>
                  <a:pt x="441952" y="1936212"/>
                </a:lnTo>
              </a:path>
              <a:path w="552450" h="4451984">
                <a:moveTo>
                  <a:pt x="441952" y="1936212"/>
                </a:moveTo>
                <a:lnTo>
                  <a:pt x="446475" y="1890410"/>
                </a:lnTo>
                <a:lnTo>
                  <a:pt x="452637" y="1826007"/>
                </a:lnTo>
                <a:lnTo>
                  <a:pt x="454193" y="1809212"/>
                </a:lnTo>
              </a:path>
              <a:path w="552450" h="4451984">
                <a:moveTo>
                  <a:pt x="454193" y="1809212"/>
                </a:moveTo>
                <a:lnTo>
                  <a:pt x="458632" y="1761298"/>
                </a:lnTo>
                <a:lnTo>
                  <a:pt x="464458" y="1696286"/>
                </a:lnTo>
                <a:lnTo>
                  <a:pt x="465677" y="1682212"/>
                </a:lnTo>
              </a:path>
              <a:path w="552450" h="4451984">
                <a:moveTo>
                  <a:pt x="465677" y="1682212"/>
                </a:moveTo>
                <a:lnTo>
                  <a:pt x="470114" y="1630975"/>
                </a:lnTo>
                <a:lnTo>
                  <a:pt x="475600" y="1565369"/>
                </a:lnTo>
                <a:lnTo>
                  <a:pt x="476419" y="1555212"/>
                </a:lnTo>
              </a:path>
              <a:path w="552450" h="4451984">
                <a:moveTo>
                  <a:pt x="476419" y="1555212"/>
                </a:moveTo>
                <a:lnTo>
                  <a:pt x="480914" y="1499471"/>
                </a:lnTo>
                <a:lnTo>
                  <a:pt x="486055" y="1433286"/>
                </a:lnTo>
                <a:lnTo>
                  <a:pt x="491023" y="1366817"/>
                </a:lnTo>
                <a:lnTo>
                  <a:pt x="495735" y="1301206"/>
                </a:lnTo>
              </a:path>
              <a:path w="552450" h="4451984">
                <a:moveTo>
                  <a:pt x="495734" y="1301212"/>
                </a:moveTo>
                <a:lnTo>
                  <a:pt x="495817" y="1300068"/>
                </a:lnTo>
                <a:lnTo>
                  <a:pt x="500434" y="1233044"/>
                </a:lnTo>
                <a:lnTo>
                  <a:pt x="504316" y="1174212"/>
                </a:lnTo>
              </a:path>
              <a:path w="552450" h="4451984">
                <a:moveTo>
                  <a:pt x="504316" y="1174212"/>
                </a:moveTo>
                <a:lnTo>
                  <a:pt x="504875" y="1165747"/>
                </a:lnTo>
                <a:lnTo>
                  <a:pt x="509138" y="1098182"/>
                </a:lnTo>
                <a:lnTo>
                  <a:pt x="512207" y="1047212"/>
                </a:lnTo>
              </a:path>
              <a:path w="552450" h="4451984">
                <a:moveTo>
                  <a:pt x="512207" y="1047212"/>
                </a:moveTo>
                <a:lnTo>
                  <a:pt x="513223" y="1030352"/>
                </a:lnTo>
                <a:lnTo>
                  <a:pt x="517128" y="962262"/>
                </a:lnTo>
                <a:lnTo>
                  <a:pt x="519419" y="920212"/>
                </a:lnTo>
              </a:path>
              <a:path w="552450" h="4451984">
                <a:moveTo>
                  <a:pt x="519419" y="920212"/>
                </a:moveTo>
                <a:lnTo>
                  <a:pt x="520852" y="893915"/>
                </a:lnTo>
                <a:lnTo>
                  <a:pt x="524394" y="825316"/>
                </a:lnTo>
                <a:lnTo>
                  <a:pt x="525961" y="793212"/>
                </a:lnTo>
              </a:path>
              <a:path w="552450" h="4451984">
                <a:moveTo>
                  <a:pt x="525961" y="793212"/>
                </a:moveTo>
                <a:lnTo>
                  <a:pt x="527754" y="756467"/>
                </a:lnTo>
                <a:lnTo>
                  <a:pt x="530930" y="687374"/>
                </a:lnTo>
                <a:lnTo>
                  <a:pt x="531843" y="666212"/>
                </a:lnTo>
              </a:path>
              <a:path w="552450" h="4451984">
                <a:moveTo>
                  <a:pt x="531843" y="666212"/>
                </a:moveTo>
                <a:lnTo>
                  <a:pt x="533922" y="618038"/>
                </a:lnTo>
                <a:lnTo>
                  <a:pt x="536728" y="548466"/>
                </a:lnTo>
                <a:lnTo>
                  <a:pt x="539347" y="478660"/>
                </a:lnTo>
                <a:lnTo>
                  <a:pt x="541653" y="412207"/>
                </a:lnTo>
              </a:path>
              <a:path w="552450" h="4451984">
                <a:moveTo>
                  <a:pt x="541653" y="412211"/>
                </a:moveTo>
                <a:lnTo>
                  <a:pt x="541778" y="408624"/>
                </a:lnTo>
                <a:lnTo>
                  <a:pt x="544020" y="338363"/>
                </a:lnTo>
                <a:lnTo>
                  <a:pt x="545568" y="285211"/>
                </a:lnTo>
              </a:path>
              <a:path w="552450" h="4451984">
                <a:moveTo>
                  <a:pt x="545568" y="285211"/>
                </a:moveTo>
                <a:lnTo>
                  <a:pt x="546073" y="267879"/>
                </a:lnTo>
                <a:lnTo>
                  <a:pt x="547935" y="197177"/>
                </a:lnTo>
                <a:lnTo>
                  <a:pt x="548853" y="158211"/>
                </a:lnTo>
              </a:path>
              <a:path w="552450" h="4451984">
                <a:moveTo>
                  <a:pt x="548853" y="158211"/>
                </a:moveTo>
                <a:lnTo>
                  <a:pt x="549606" y="126261"/>
                </a:lnTo>
                <a:lnTo>
                  <a:pt x="551083" y="55134"/>
                </a:lnTo>
                <a:lnTo>
                  <a:pt x="551514" y="31211"/>
                </a:lnTo>
              </a:path>
              <a:path w="552450" h="4451984">
                <a:moveTo>
                  <a:pt x="551514" y="31211"/>
                </a:moveTo>
                <a:lnTo>
                  <a:pt x="552076" y="0"/>
                </a:lnTo>
              </a:path>
            </a:pathLst>
          </a:custGeom>
          <a:ln w="3810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09356" y="398337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2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0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3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3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0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07124" y="4237467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4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51509" y="331574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38834" y="343010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51509" y="1982347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38834" y="209671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51509" y="5094058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6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38834" y="520842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51509" y="264811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38834" y="2762474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51509" y="642558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38834" y="653994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51509" y="5759821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38834" y="587418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51509" y="7093215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38834" y="720757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51509" y="776084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6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138834" y="787520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3637420" y="0"/>
            <a:ext cx="4650740" cy="1359535"/>
          </a:xfrm>
          <a:custGeom>
            <a:avLst/>
            <a:gdLst/>
            <a:ahLst/>
            <a:cxnLst/>
            <a:rect l="l" t="t" r="r" b="b"/>
            <a:pathLst>
              <a:path w="4650740" h="1359535">
                <a:moveTo>
                  <a:pt x="3245655" y="1349046"/>
                </a:moveTo>
                <a:lnTo>
                  <a:pt x="3285215" y="1351607"/>
                </a:lnTo>
                <a:lnTo>
                  <a:pt x="3332992" y="1354287"/>
                </a:lnTo>
                <a:lnTo>
                  <a:pt x="3380876" y="1356559"/>
                </a:lnTo>
                <a:lnTo>
                  <a:pt x="3428867" y="1358422"/>
                </a:lnTo>
                <a:lnTo>
                  <a:pt x="3455190" y="1359216"/>
                </a:lnTo>
              </a:path>
              <a:path w="4650740" h="1359535">
                <a:moveTo>
                  <a:pt x="3788522" y="1359216"/>
                </a:moveTo>
                <a:lnTo>
                  <a:pt x="3814845" y="1358422"/>
                </a:lnTo>
                <a:lnTo>
                  <a:pt x="3862836" y="1356559"/>
                </a:lnTo>
                <a:lnTo>
                  <a:pt x="3910720" y="1354287"/>
                </a:lnTo>
                <a:lnTo>
                  <a:pt x="3958497" y="1351607"/>
                </a:lnTo>
                <a:lnTo>
                  <a:pt x="3998057" y="1349046"/>
                </a:lnTo>
              </a:path>
              <a:path w="4650740" h="1359535">
                <a:moveTo>
                  <a:pt x="3090188" y="1336346"/>
                </a:moveTo>
                <a:lnTo>
                  <a:pt x="3095220" y="1336846"/>
                </a:lnTo>
                <a:lnTo>
                  <a:pt x="3142549" y="1341139"/>
                </a:lnTo>
                <a:lnTo>
                  <a:pt x="3189992" y="1345032"/>
                </a:lnTo>
                <a:lnTo>
                  <a:pt x="3237548" y="1348521"/>
                </a:lnTo>
                <a:lnTo>
                  <a:pt x="3245655" y="1349046"/>
                </a:lnTo>
              </a:path>
              <a:path w="4650740" h="1359535">
                <a:moveTo>
                  <a:pt x="3998057" y="1349046"/>
                </a:moveTo>
                <a:lnTo>
                  <a:pt x="4006164" y="1348521"/>
                </a:lnTo>
                <a:lnTo>
                  <a:pt x="4053720" y="1345032"/>
                </a:lnTo>
                <a:lnTo>
                  <a:pt x="4101163" y="1341139"/>
                </a:lnTo>
                <a:lnTo>
                  <a:pt x="4148492" y="1336846"/>
                </a:lnTo>
                <a:lnTo>
                  <a:pt x="4153524" y="1336346"/>
                </a:lnTo>
              </a:path>
              <a:path w="4650740" h="1359535">
                <a:moveTo>
                  <a:pt x="2971638" y="1323646"/>
                </a:moveTo>
                <a:lnTo>
                  <a:pt x="3000914" y="1327065"/>
                </a:lnTo>
                <a:lnTo>
                  <a:pt x="3048008" y="1332154"/>
                </a:lnTo>
                <a:lnTo>
                  <a:pt x="3090188" y="1336346"/>
                </a:lnTo>
              </a:path>
              <a:path w="4650740" h="1359535">
                <a:moveTo>
                  <a:pt x="4153524" y="1336346"/>
                </a:moveTo>
                <a:lnTo>
                  <a:pt x="4195704" y="1332154"/>
                </a:lnTo>
                <a:lnTo>
                  <a:pt x="4242798" y="1327065"/>
                </a:lnTo>
                <a:lnTo>
                  <a:pt x="4272074" y="1323646"/>
                </a:lnTo>
              </a:path>
              <a:path w="4650740" h="1359535">
                <a:moveTo>
                  <a:pt x="2871661" y="1310946"/>
                </a:moveTo>
                <a:lnTo>
                  <a:pt x="2907087" y="1315701"/>
                </a:lnTo>
                <a:lnTo>
                  <a:pt x="2953940" y="1321580"/>
                </a:lnTo>
                <a:lnTo>
                  <a:pt x="2971638" y="1323646"/>
                </a:lnTo>
              </a:path>
              <a:path w="4650740" h="1359535">
                <a:moveTo>
                  <a:pt x="4272074" y="1323646"/>
                </a:moveTo>
                <a:lnTo>
                  <a:pt x="4289772" y="1321580"/>
                </a:lnTo>
                <a:lnTo>
                  <a:pt x="4336625" y="1315701"/>
                </a:lnTo>
                <a:lnTo>
                  <a:pt x="4372051" y="1310946"/>
                </a:lnTo>
              </a:path>
              <a:path w="4650740" h="1359535">
                <a:moveTo>
                  <a:pt x="2783950" y="1298246"/>
                </a:moveTo>
                <a:lnTo>
                  <a:pt x="2813752" y="1302767"/>
                </a:lnTo>
                <a:lnTo>
                  <a:pt x="2860357" y="1309429"/>
                </a:lnTo>
                <a:lnTo>
                  <a:pt x="2871661" y="1310946"/>
                </a:lnTo>
              </a:path>
              <a:path w="4650740" h="1359535">
                <a:moveTo>
                  <a:pt x="4372051" y="1310946"/>
                </a:moveTo>
                <a:lnTo>
                  <a:pt x="4383355" y="1309429"/>
                </a:lnTo>
                <a:lnTo>
                  <a:pt x="4429960" y="1302767"/>
                </a:lnTo>
                <a:lnTo>
                  <a:pt x="4459762" y="1298246"/>
                </a:lnTo>
              </a:path>
              <a:path w="4650740" h="1359535">
                <a:moveTo>
                  <a:pt x="2631974" y="1272846"/>
                </a:moveTo>
                <a:lnTo>
                  <a:pt x="2674703" y="1280455"/>
                </a:lnTo>
                <a:lnTo>
                  <a:pt x="2720924" y="1288279"/>
                </a:lnTo>
                <a:lnTo>
                  <a:pt x="2767274" y="1295716"/>
                </a:lnTo>
                <a:lnTo>
                  <a:pt x="2783950" y="1298246"/>
                </a:lnTo>
              </a:path>
              <a:path w="4650740" h="1359535">
                <a:moveTo>
                  <a:pt x="4459762" y="1298246"/>
                </a:moveTo>
                <a:lnTo>
                  <a:pt x="4476438" y="1295716"/>
                </a:lnTo>
                <a:lnTo>
                  <a:pt x="4522788" y="1288279"/>
                </a:lnTo>
                <a:lnTo>
                  <a:pt x="4569009" y="1280455"/>
                </a:lnTo>
                <a:lnTo>
                  <a:pt x="4611738" y="1272846"/>
                </a:lnTo>
              </a:path>
              <a:path w="4650740" h="1359535">
                <a:moveTo>
                  <a:pt x="2501443" y="1247446"/>
                </a:moveTo>
                <a:lnTo>
                  <a:pt x="2536840" y="1254689"/>
                </a:lnTo>
                <a:lnTo>
                  <a:pt x="2582660" y="1263659"/>
                </a:lnTo>
                <a:lnTo>
                  <a:pt x="2628615" y="1272248"/>
                </a:lnTo>
                <a:lnTo>
                  <a:pt x="2631974" y="1272846"/>
                </a:lnTo>
              </a:path>
              <a:path w="4650740" h="1359535">
                <a:moveTo>
                  <a:pt x="4611738" y="1272846"/>
                </a:moveTo>
                <a:lnTo>
                  <a:pt x="4615097" y="1272248"/>
                </a:lnTo>
                <a:lnTo>
                  <a:pt x="4650579" y="1265617"/>
                </a:lnTo>
              </a:path>
              <a:path w="4650740" h="1359535">
                <a:moveTo>
                  <a:pt x="0" y="0"/>
                </a:moveTo>
                <a:lnTo>
                  <a:pt x="30725" y="26752"/>
                </a:lnTo>
                <a:lnTo>
                  <a:pt x="64845" y="55976"/>
                </a:lnTo>
                <a:lnTo>
                  <a:pt x="99206" y="84925"/>
                </a:lnTo>
                <a:lnTo>
                  <a:pt x="133805" y="113597"/>
                </a:lnTo>
                <a:lnTo>
                  <a:pt x="168642" y="141992"/>
                </a:lnTo>
                <a:lnTo>
                  <a:pt x="203715" y="170106"/>
                </a:lnTo>
                <a:lnTo>
                  <a:pt x="239021" y="197939"/>
                </a:lnTo>
                <a:lnTo>
                  <a:pt x="274559" y="225489"/>
                </a:lnTo>
                <a:lnTo>
                  <a:pt x="310328" y="252754"/>
                </a:lnTo>
                <a:lnTo>
                  <a:pt x="346326" y="279732"/>
                </a:lnTo>
                <a:lnTo>
                  <a:pt x="382550" y="306422"/>
                </a:lnTo>
                <a:lnTo>
                  <a:pt x="418888" y="332930"/>
                </a:lnTo>
                <a:lnTo>
                  <a:pt x="455674" y="358930"/>
                </a:lnTo>
                <a:lnTo>
                  <a:pt x="492570" y="384744"/>
                </a:lnTo>
                <a:lnTo>
                  <a:pt x="529685" y="410264"/>
                </a:lnTo>
                <a:lnTo>
                  <a:pt x="567020" y="435486"/>
                </a:lnTo>
                <a:lnTo>
                  <a:pt x="604571" y="460410"/>
                </a:lnTo>
                <a:lnTo>
                  <a:pt x="642337" y="485034"/>
                </a:lnTo>
                <a:lnTo>
                  <a:pt x="680317" y="509356"/>
                </a:lnTo>
                <a:lnTo>
                  <a:pt x="718508" y="533374"/>
                </a:lnTo>
                <a:lnTo>
                  <a:pt x="756909" y="557086"/>
                </a:lnTo>
                <a:lnTo>
                  <a:pt x="795519" y="580492"/>
                </a:lnTo>
                <a:lnTo>
                  <a:pt x="834335" y="603588"/>
                </a:lnTo>
                <a:lnTo>
                  <a:pt x="873356" y="626375"/>
                </a:lnTo>
                <a:lnTo>
                  <a:pt x="912580" y="648849"/>
                </a:lnTo>
                <a:lnTo>
                  <a:pt x="952006" y="671009"/>
                </a:lnTo>
                <a:lnTo>
                  <a:pt x="991632" y="692853"/>
                </a:lnTo>
                <a:lnTo>
                  <a:pt x="1031455" y="714380"/>
                </a:lnTo>
                <a:lnTo>
                  <a:pt x="1071476" y="735589"/>
                </a:lnTo>
                <a:lnTo>
                  <a:pt x="1111690" y="756476"/>
                </a:lnTo>
                <a:lnTo>
                  <a:pt x="1152098" y="777041"/>
                </a:lnTo>
                <a:lnTo>
                  <a:pt x="1192697" y="797282"/>
                </a:lnTo>
                <a:lnTo>
                  <a:pt x="1233485" y="817197"/>
                </a:lnTo>
                <a:lnTo>
                  <a:pt x="1274462" y="836785"/>
                </a:lnTo>
                <a:lnTo>
                  <a:pt x="1315624" y="856043"/>
                </a:lnTo>
                <a:lnTo>
                  <a:pt x="1356971" y="874970"/>
                </a:lnTo>
                <a:lnTo>
                  <a:pt x="1398501" y="893565"/>
                </a:lnTo>
                <a:lnTo>
                  <a:pt x="1440212" y="911825"/>
                </a:lnTo>
                <a:lnTo>
                  <a:pt x="1482102" y="929750"/>
                </a:lnTo>
                <a:lnTo>
                  <a:pt x="1524170" y="947336"/>
                </a:lnTo>
                <a:lnTo>
                  <a:pt x="1566413" y="964583"/>
                </a:lnTo>
                <a:lnTo>
                  <a:pt x="1608831" y="981489"/>
                </a:lnTo>
                <a:lnTo>
                  <a:pt x="1651422" y="998052"/>
                </a:lnTo>
                <a:lnTo>
                  <a:pt x="1694183" y="1014271"/>
                </a:lnTo>
                <a:lnTo>
                  <a:pt x="1737114" y="1030143"/>
                </a:lnTo>
                <a:lnTo>
                  <a:pt x="1780211" y="1045667"/>
                </a:lnTo>
                <a:lnTo>
                  <a:pt x="1823475" y="1060842"/>
                </a:lnTo>
                <a:lnTo>
                  <a:pt x="1866903" y="1075665"/>
                </a:lnTo>
                <a:lnTo>
                  <a:pt x="1910492" y="1090135"/>
                </a:lnTo>
                <a:lnTo>
                  <a:pt x="1954243" y="1104251"/>
                </a:lnTo>
                <a:lnTo>
                  <a:pt x="1998152" y="1118009"/>
                </a:lnTo>
                <a:lnTo>
                  <a:pt x="2042219" y="1131410"/>
                </a:lnTo>
                <a:lnTo>
                  <a:pt x="2086441" y="1144451"/>
                </a:lnTo>
                <a:lnTo>
                  <a:pt x="2130817" y="1157130"/>
                </a:lnTo>
                <a:lnTo>
                  <a:pt x="2175345" y="1169446"/>
                </a:lnTo>
                <a:lnTo>
                  <a:pt x="2220023" y="1181397"/>
                </a:lnTo>
                <a:lnTo>
                  <a:pt x="2264850" y="1192981"/>
                </a:lnTo>
                <a:lnTo>
                  <a:pt x="2309824" y="1204197"/>
                </a:lnTo>
                <a:lnTo>
                  <a:pt x="2354944" y="1215042"/>
                </a:lnTo>
                <a:lnTo>
                  <a:pt x="2400207" y="1225516"/>
                </a:lnTo>
                <a:lnTo>
                  <a:pt x="2445611" y="1235616"/>
                </a:lnTo>
                <a:lnTo>
                  <a:pt x="2491156" y="1245341"/>
                </a:lnTo>
                <a:lnTo>
                  <a:pt x="2501443" y="1247446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2723504"/>
            <a:ext cx="114300" cy="114299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3853459" y="2401814"/>
            <a:ext cx="10602595" cy="6207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25905">
              <a:lnSpc>
                <a:spcPct val="115199"/>
              </a:lnSpc>
              <a:spcBef>
                <a:spcPts val="100"/>
              </a:spcBef>
            </a:pP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Date</a:t>
            </a:r>
            <a:r>
              <a:rPr dirty="0" sz="3200" spc="-5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Combined</a:t>
            </a:r>
            <a:r>
              <a:rPr dirty="0" sz="3200" spc="-4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date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column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for</a:t>
            </a:r>
            <a:r>
              <a:rPr dirty="0" sz="3200" spc="-4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easier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time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analysis </a:t>
            </a:r>
            <a:r>
              <a:rPr dirty="0" sz="3200" spc="-20">
                <a:solidFill>
                  <a:srgbClr val="181818"/>
                </a:solidFill>
                <a:latin typeface="Times New Roman"/>
                <a:cs typeface="Times New Roman"/>
              </a:rPr>
              <a:t>Day_of_Week</a:t>
            </a:r>
            <a:r>
              <a:rPr dirty="0" sz="32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Represents</a:t>
            </a:r>
            <a:r>
              <a:rPr dirty="0" sz="3200" spc="-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weekday</a:t>
            </a:r>
            <a:r>
              <a:rPr dirty="0" sz="32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(Mon–Sun)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Is_weekend</a:t>
            </a:r>
            <a:r>
              <a:rPr dirty="0" sz="32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Identifies</a:t>
            </a:r>
            <a:r>
              <a:rPr dirty="0" sz="32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weekend</a:t>
            </a:r>
            <a:r>
              <a:rPr dirty="0" sz="32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vs</a:t>
            </a:r>
            <a:r>
              <a:rPr dirty="0" sz="32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weekday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departure_period</a:t>
            </a:r>
            <a:r>
              <a:rPr dirty="0" sz="3200" spc="-8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8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Categorizes</a:t>
            </a:r>
            <a:r>
              <a:rPr dirty="0" sz="3200" spc="-8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time:</a:t>
            </a:r>
            <a:endParaRPr sz="3200">
              <a:latin typeface="Times New Roman"/>
              <a:cs typeface="Times New Roman"/>
            </a:endParaRPr>
          </a:p>
          <a:p>
            <a:pPr marL="12700" marR="1028700">
              <a:lnSpc>
                <a:spcPct val="115199"/>
              </a:lnSpc>
            </a:pP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Morning,</a:t>
            </a:r>
            <a:r>
              <a:rPr dirty="0" sz="3200" spc="-19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Afternoon,</a:t>
            </a:r>
            <a:r>
              <a:rPr dirty="0" sz="3200" spc="-3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Evening,</a:t>
            </a:r>
            <a:r>
              <a:rPr dirty="0" sz="3200" spc="-2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Night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Departure_Delay_Flag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Indicates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if</a:t>
            </a:r>
            <a:r>
              <a:rPr dirty="0" sz="32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departure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is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delayed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Arrival_Delay_Flag</a:t>
            </a:r>
            <a:r>
              <a:rPr dirty="0" sz="32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Indicates</a:t>
            </a:r>
            <a:r>
              <a:rPr dirty="0" sz="3200" spc="-5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if</a:t>
            </a:r>
            <a:r>
              <a:rPr dirty="0" sz="32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arrival</a:t>
            </a:r>
            <a:r>
              <a:rPr dirty="0" sz="32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is</a:t>
            </a:r>
            <a:r>
              <a:rPr dirty="0" sz="3200" spc="-5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delayed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15199"/>
              </a:lnSpc>
            </a:pP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Delay_Severity</a:t>
            </a:r>
            <a:r>
              <a:rPr dirty="0" sz="3200" spc="-8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Classifies</a:t>
            </a:r>
            <a:r>
              <a:rPr dirty="0" sz="32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delay</a:t>
            </a:r>
            <a:r>
              <a:rPr dirty="0" sz="32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levels</a:t>
            </a:r>
            <a:r>
              <a:rPr dirty="0" sz="32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(Low,</a:t>
            </a:r>
            <a:r>
              <a:rPr dirty="0" sz="3200" spc="-8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Medium,</a:t>
            </a:r>
            <a:r>
              <a:rPr dirty="0" sz="32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High)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Route</a:t>
            </a:r>
            <a:r>
              <a:rPr dirty="0" sz="3200" spc="-3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Combination</a:t>
            </a:r>
            <a:r>
              <a:rPr dirty="0" sz="3200" spc="-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of</a:t>
            </a:r>
            <a:r>
              <a:rPr dirty="0" sz="3200" spc="-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origin</a:t>
            </a:r>
            <a:r>
              <a:rPr dirty="0" sz="3200" spc="-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and</a:t>
            </a:r>
            <a:r>
              <a:rPr dirty="0" sz="3200" spc="-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destination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Distance_Category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Short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/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Medium</a:t>
            </a:r>
            <a:r>
              <a:rPr dirty="0" sz="3200" spc="-3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/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Long</a:t>
            </a:r>
            <a:r>
              <a:rPr dirty="0" sz="320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distance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delay_cause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→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Identifies</a:t>
            </a:r>
            <a:r>
              <a:rPr dirty="0" sz="32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reason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for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delay</a:t>
            </a:r>
            <a:r>
              <a:rPr dirty="0" sz="32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181818"/>
                </a:solidFill>
                <a:latin typeface="Times New Roman"/>
                <a:cs typeface="Times New Roman"/>
              </a:rPr>
              <a:t>(e.g.,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weather,</a:t>
            </a:r>
            <a:r>
              <a:rPr dirty="0" sz="32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Times New Roman"/>
                <a:cs typeface="Times New Roman"/>
              </a:rPr>
              <a:t>carrier)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3285479"/>
            <a:ext cx="114300" cy="11429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3847455"/>
            <a:ext cx="114300" cy="11429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4409430"/>
            <a:ext cx="114300" cy="11429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4971404"/>
            <a:ext cx="114300" cy="11429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5533379"/>
            <a:ext cx="114300" cy="114299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6095354"/>
            <a:ext cx="114300" cy="114299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6657329"/>
            <a:ext cx="114300" cy="114299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7219304"/>
            <a:ext cx="114300" cy="114299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7781279"/>
            <a:ext cx="114300" cy="114299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116" y="8343254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09356" y="465576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4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2"/>
                </a:lnTo>
                <a:lnTo>
                  <a:pt x="101119" y="796495"/>
                </a:lnTo>
                <a:lnTo>
                  <a:pt x="75539" y="759536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1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0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0" y="678849"/>
                </a:lnTo>
                <a:lnTo>
                  <a:pt x="939138" y="720251"/>
                </a:lnTo>
                <a:lnTo>
                  <a:pt x="916923" y="759536"/>
                </a:lnTo>
                <a:lnTo>
                  <a:pt x="891344" y="796495"/>
                </a:lnTo>
                <a:lnTo>
                  <a:pt x="862607" y="830922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4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1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07124" y="4909860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5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1509" y="3320505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38834" y="343486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51509" y="1987110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38834" y="2101474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51509" y="398813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38834" y="410249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51509" y="265287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38834" y="276723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51509" y="6430347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1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38834" y="6544710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51509" y="576458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38834" y="587894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51509" y="708845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51509" y="775608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7"/>
                </a:lnTo>
              </a:path>
              <a:path w="504825" h="542925">
                <a:moveTo>
                  <a:pt x="504824" y="233152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6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38834" y="7202816"/>
            <a:ext cx="133350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3637420" y="0"/>
            <a:ext cx="4650740" cy="1359535"/>
          </a:xfrm>
          <a:custGeom>
            <a:avLst/>
            <a:gdLst/>
            <a:ahLst/>
            <a:cxnLst/>
            <a:rect l="l" t="t" r="r" b="b"/>
            <a:pathLst>
              <a:path w="4650740" h="1359535">
                <a:moveTo>
                  <a:pt x="3245655" y="1349046"/>
                </a:moveTo>
                <a:lnTo>
                  <a:pt x="3285215" y="1351607"/>
                </a:lnTo>
                <a:lnTo>
                  <a:pt x="3332992" y="1354287"/>
                </a:lnTo>
                <a:lnTo>
                  <a:pt x="3380876" y="1356559"/>
                </a:lnTo>
                <a:lnTo>
                  <a:pt x="3428867" y="1358422"/>
                </a:lnTo>
                <a:lnTo>
                  <a:pt x="3455190" y="1359216"/>
                </a:lnTo>
              </a:path>
              <a:path w="4650740" h="1359535">
                <a:moveTo>
                  <a:pt x="3788522" y="1359216"/>
                </a:moveTo>
                <a:lnTo>
                  <a:pt x="3814845" y="1358422"/>
                </a:lnTo>
                <a:lnTo>
                  <a:pt x="3862836" y="1356559"/>
                </a:lnTo>
                <a:lnTo>
                  <a:pt x="3910720" y="1354287"/>
                </a:lnTo>
                <a:lnTo>
                  <a:pt x="3958497" y="1351607"/>
                </a:lnTo>
                <a:lnTo>
                  <a:pt x="3998057" y="1349046"/>
                </a:lnTo>
              </a:path>
              <a:path w="4650740" h="1359535">
                <a:moveTo>
                  <a:pt x="3090188" y="1336346"/>
                </a:moveTo>
                <a:lnTo>
                  <a:pt x="3095220" y="1336846"/>
                </a:lnTo>
                <a:lnTo>
                  <a:pt x="3142549" y="1341139"/>
                </a:lnTo>
                <a:lnTo>
                  <a:pt x="3189992" y="1345032"/>
                </a:lnTo>
                <a:lnTo>
                  <a:pt x="3237548" y="1348521"/>
                </a:lnTo>
                <a:lnTo>
                  <a:pt x="3245655" y="1349046"/>
                </a:lnTo>
              </a:path>
              <a:path w="4650740" h="1359535">
                <a:moveTo>
                  <a:pt x="3998057" y="1349046"/>
                </a:moveTo>
                <a:lnTo>
                  <a:pt x="4006164" y="1348521"/>
                </a:lnTo>
                <a:lnTo>
                  <a:pt x="4053720" y="1345032"/>
                </a:lnTo>
                <a:lnTo>
                  <a:pt x="4101163" y="1341139"/>
                </a:lnTo>
                <a:lnTo>
                  <a:pt x="4148492" y="1336846"/>
                </a:lnTo>
                <a:lnTo>
                  <a:pt x="4153524" y="1336346"/>
                </a:lnTo>
              </a:path>
              <a:path w="4650740" h="1359535">
                <a:moveTo>
                  <a:pt x="2971638" y="1323646"/>
                </a:moveTo>
                <a:lnTo>
                  <a:pt x="3000914" y="1327065"/>
                </a:lnTo>
                <a:lnTo>
                  <a:pt x="3048008" y="1332154"/>
                </a:lnTo>
                <a:lnTo>
                  <a:pt x="3090188" y="1336346"/>
                </a:lnTo>
              </a:path>
              <a:path w="4650740" h="1359535">
                <a:moveTo>
                  <a:pt x="4153524" y="1336346"/>
                </a:moveTo>
                <a:lnTo>
                  <a:pt x="4195704" y="1332154"/>
                </a:lnTo>
                <a:lnTo>
                  <a:pt x="4242798" y="1327065"/>
                </a:lnTo>
                <a:lnTo>
                  <a:pt x="4272074" y="1323646"/>
                </a:lnTo>
              </a:path>
              <a:path w="4650740" h="1359535">
                <a:moveTo>
                  <a:pt x="2871661" y="1310946"/>
                </a:moveTo>
                <a:lnTo>
                  <a:pt x="2907087" y="1315701"/>
                </a:lnTo>
                <a:lnTo>
                  <a:pt x="2953940" y="1321580"/>
                </a:lnTo>
                <a:lnTo>
                  <a:pt x="2971638" y="1323646"/>
                </a:lnTo>
              </a:path>
              <a:path w="4650740" h="1359535">
                <a:moveTo>
                  <a:pt x="4272074" y="1323646"/>
                </a:moveTo>
                <a:lnTo>
                  <a:pt x="4289772" y="1321580"/>
                </a:lnTo>
                <a:lnTo>
                  <a:pt x="4336625" y="1315701"/>
                </a:lnTo>
                <a:lnTo>
                  <a:pt x="4372051" y="1310946"/>
                </a:lnTo>
              </a:path>
              <a:path w="4650740" h="1359535">
                <a:moveTo>
                  <a:pt x="2783950" y="1298246"/>
                </a:moveTo>
                <a:lnTo>
                  <a:pt x="2813752" y="1302767"/>
                </a:lnTo>
                <a:lnTo>
                  <a:pt x="2860357" y="1309429"/>
                </a:lnTo>
                <a:lnTo>
                  <a:pt x="2871661" y="1310946"/>
                </a:lnTo>
              </a:path>
              <a:path w="4650740" h="1359535">
                <a:moveTo>
                  <a:pt x="4372051" y="1310946"/>
                </a:moveTo>
                <a:lnTo>
                  <a:pt x="4383355" y="1309429"/>
                </a:lnTo>
                <a:lnTo>
                  <a:pt x="4429960" y="1302767"/>
                </a:lnTo>
                <a:lnTo>
                  <a:pt x="4459762" y="1298246"/>
                </a:lnTo>
              </a:path>
              <a:path w="4650740" h="1359535">
                <a:moveTo>
                  <a:pt x="2631974" y="1272846"/>
                </a:moveTo>
                <a:lnTo>
                  <a:pt x="2674703" y="1280455"/>
                </a:lnTo>
                <a:lnTo>
                  <a:pt x="2720924" y="1288279"/>
                </a:lnTo>
                <a:lnTo>
                  <a:pt x="2767274" y="1295716"/>
                </a:lnTo>
                <a:lnTo>
                  <a:pt x="2783950" y="1298246"/>
                </a:lnTo>
              </a:path>
              <a:path w="4650740" h="1359535">
                <a:moveTo>
                  <a:pt x="4459762" y="1298246"/>
                </a:moveTo>
                <a:lnTo>
                  <a:pt x="4476438" y="1295716"/>
                </a:lnTo>
                <a:lnTo>
                  <a:pt x="4522788" y="1288279"/>
                </a:lnTo>
                <a:lnTo>
                  <a:pt x="4569009" y="1280455"/>
                </a:lnTo>
                <a:lnTo>
                  <a:pt x="4611738" y="1272846"/>
                </a:lnTo>
              </a:path>
              <a:path w="4650740" h="1359535">
                <a:moveTo>
                  <a:pt x="2501443" y="1247446"/>
                </a:moveTo>
                <a:lnTo>
                  <a:pt x="2536840" y="1254689"/>
                </a:lnTo>
                <a:lnTo>
                  <a:pt x="2582660" y="1263659"/>
                </a:lnTo>
                <a:lnTo>
                  <a:pt x="2628615" y="1272248"/>
                </a:lnTo>
                <a:lnTo>
                  <a:pt x="2631974" y="1272846"/>
                </a:lnTo>
              </a:path>
              <a:path w="4650740" h="1359535">
                <a:moveTo>
                  <a:pt x="4611738" y="1272846"/>
                </a:moveTo>
                <a:lnTo>
                  <a:pt x="4615097" y="1272248"/>
                </a:lnTo>
                <a:lnTo>
                  <a:pt x="4650579" y="1265617"/>
                </a:lnTo>
              </a:path>
              <a:path w="4650740" h="1359535">
                <a:moveTo>
                  <a:pt x="0" y="0"/>
                </a:moveTo>
                <a:lnTo>
                  <a:pt x="30725" y="26752"/>
                </a:lnTo>
                <a:lnTo>
                  <a:pt x="64845" y="55976"/>
                </a:lnTo>
                <a:lnTo>
                  <a:pt x="99206" y="84925"/>
                </a:lnTo>
                <a:lnTo>
                  <a:pt x="133805" y="113597"/>
                </a:lnTo>
                <a:lnTo>
                  <a:pt x="168642" y="141992"/>
                </a:lnTo>
                <a:lnTo>
                  <a:pt x="203715" y="170106"/>
                </a:lnTo>
                <a:lnTo>
                  <a:pt x="239021" y="197939"/>
                </a:lnTo>
                <a:lnTo>
                  <a:pt x="274559" y="225489"/>
                </a:lnTo>
                <a:lnTo>
                  <a:pt x="310328" y="252754"/>
                </a:lnTo>
                <a:lnTo>
                  <a:pt x="346326" y="279732"/>
                </a:lnTo>
                <a:lnTo>
                  <a:pt x="382550" y="306422"/>
                </a:lnTo>
                <a:lnTo>
                  <a:pt x="418888" y="332930"/>
                </a:lnTo>
                <a:lnTo>
                  <a:pt x="455674" y="358930"/>
                </a:lnTo>
                <a:lnTo>
                  <a:pt x="492570" y="384744"/>
                </a:lnTo>
                <a:lnTo>
                  <a:pt x="529685" y="410264"/>
                </a:lnTo>
                <a:lnTo>
                  <a:pt x="567020" y="435486"/>
                </a:lnTo>
                <a:lnTo>
                  <a:pt x="604571" y="460410"/>
                </a:lnTo>
                <a:lnTo>
                  <a:pt x="642337" y="485034"/>
                </a:lnTo>
                <a:lnTo>
                  <a:pt x="680317" y="509356"/>
                </a:lnTo>
                <a:lnTo>
                  <a:pt x="718508" y="533374"/>
                </a:lnTo>
                <a:lnTo>
                  <a:pt x="756909" y="557086"/>
                </a:lnTo>
                <a:lnTo>
                  <a:pt x="795519" y="580492"/>
                </a:lnTo>
                <a:lnTo>
                  <a:pt x="834335" y="603588"/>
                </a:lnTo>
                <a:lnTo>
                  <a:pt x="873356" y="626375"/>
                </a:lnTo>
                <a:lnTo>
                  <a:pt x="912580" y="648849"/>
                </a:lnTo>
                <a:lnTo>
                  <a:pt x="952006" y="671009"/>
                </a:lnTo>
                <a:lnTo>
                  <a:pt x="991632" y="692853"/>
                </a:lnTo>
                <a:lnTo>
                  <a:pt x="1031455" y="714380"/>
                </a:lnTo>
                <a:lnTo>
                  <a:pt x="1071476" y="735589"/>
                </a:lnTo>
                <a:lnTo>
                  <a:pt x="1111690" y="756476"/>
                </a:lnTo>
                <a:lnTo>
                  <a:pt x="1152098" y="777041"/>
                </a:lnTo>
                <a:lnTo>
                  <a:pt x="1192697" y="797282"/>
                </a:lnTo>
                <a:lnTo>
                  <a:pt x="1233485" y="817197"/>
                </a:lnTo>
                <a:lnTo>
                  <a:pt x="1274462" y="836785"/>
                </a:lnTo>
                <a:lnTo>
                  <a:pt x="1315624" y="856043"/>
                </a:lnTo>
                <a:lnTo>
                  <a:pt x="1356971" y="874970"/>
                </a:lnTo>
                <a:lnTo>
                  <a:pt x="1398501" y="893565"/>
                </a:lnTo>
                <a:lnTo>
                  <a:pt x="1440212" y="911825"/>
                </a:lnTo>
                <a:lnTo>
                  <a:pt x="1482102" y="929750"/>
                </a:lnTo>
                <a:lnTo>
                  <a:pt x="1524170" y="947336"/>
                </a:lnTo>
                <a:lnTo>
                  <a:pt x="1566413" y="964583"/>
                </a:lnTo>
                <a:lnTo>
                  <a:pt x="1608831" y="981489"/>
                </a:lnTo>
                <a:lnTo>
                  <a:pt x="1651422" y="998052"/>
                </a:lnTo>
                <a:lnTo>
                  <a:pt x="1694183" y="1014271"/>
                </a:lnTo>
                <a:lnTo>
                  <a:pt x="1737114" y="1030143"/>
                </a:lnTo>
                <a:lnTo>
                  <a:pt x="1780211" y="1045667"/>
                </a:lnTo>
                <a:lnTo>
                  <a:pt x="1823475" y="1060842"/>
                </a:lnTo>
                <a:lnTo>
                  <a:pt x="1866903" y="1075665"/>
                </a:lnTo>
                <a:lnTo>
                  <a:pt x="1910492" y="1090135"/>
                </a:lnTo>
                <a:lnTo>
                  <a:pt x="1954243" y="1104251"/>
                </a:lnTo>
                <a:lnTo>
                  <a:pt x="1998152" y="1118009"/>
                </a:lnTo>
                <a:lnTo>
                  <a:pt x="2042219" y="1131410"/>
                </a:lnTo>
                <a:lnTo>
                  <a:pt x="2086441" y="1144451"/>
                </a:lnTo>
                <a:lnTo>
                  <a:pt x="2130817" y="1157130"/>
                </a:lnTo>
                <a:lnTo>
                  <a:pt x="2175345" y="1169446"/>
                </a:lnTo>
                <a:lnTo>
                  <a:pt x="2220023" y="1181397"/>
                </a:lnTo>
                <a:lnTo>
                  <a:pt x="2264850" y="1192981"/>
                </a:lnTo>
                <a:lnTo>
                  <a:pt x="2309824" y="1204197"/>
                </a:lnTo>
                <a:lnTo>
                  <a:pt x="2354944" y="1215042"/>
                </a:lnTo>
                <a:lnTo>
                  <a:pt x="2400207" y="1225516"/>
                </a:lnTo>
                <a:lnTo>
                  <a:pt x="2445611" y="1235616"/>
                </a:lnTo>
                <a:lnTo>
                  <a:pt x="2491156" y="1245341"/>
                </a:lnTo>
                <a:lnTo>
                  <a:pt x="2501443" y="1247446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3200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600"/>
              </a:spcBef>
            </a:pPr>
            <a:r>
              <a:rPr dirty="0" sz="7500" spc="-10">
                <a:solidFill>
                  <a:srgbClr val="181818"/>
                </a:solidFill>
              </a:rPr>
              <a:t>Tools&amp;</a:t>
            </a:r>
            <a:endParaRPr sz="7500"/>
          </a:p>
          <a:p>
            <a:pPr marL="389890">
              <a:lnSpc>
                <a:spcPct val="100000"/>
              </a:lnSpc>
              <a:spcBef>
                <a:spcPts val="1500"/>
              </a:spcBef>
            </a:pPr>
            <a:r>
              <a:rPr dirty="0" sz="7500" spc="-10">
                <a:solidFill>
                  <a:srgbClr val="181818"/>
                </a:solidFill>
              </a:rPr>
              <a:t>Technologies</a:t>
            </a:r>
            <a:endParaRPr sz="7500"/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287" y="4330231"/>
            <a:ext cx="142875" cy="142874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4670399" y="3965678"/>
            <a:ext cx="10466070" cy="2692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322570">
              <a:lnSpc>
                <a:spcPct val="116700"/>
              </a:lnSpc>
              <a:spcBef>
                <a:spcPts val="95"/>
              </a:spcBef>
            </a:pP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Python</a:t>
            </a:r>
            <a:r>
              <a:rPr dirty="0" sz="3750" spc="-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– data </a:t>
            </a:r>
            <a:r>
              <a:rPr dirty="0" sz="3750" spc="-10">
                <a:solidFill>
                  <a:srgbClr val="181818"/>
                </a:solidFill>
                <a:latin typeface="Times New Roman"/>
                <a:cs typeface="Times New Roman"/>
              </a:rPr>
              <a:t>processing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Pandas</a:t>
            </a:r>
            <a:r>
              <a:rPr dirty="0" sz="3750" spc="-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–</a:t>
            </a:r>
            <a:r>
              <a:rPr dirty="0" sz="3750" spc="-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data</a:t>
            </a:r>
            <a:r>
              <a:rPr dirty="0" sz="3750" spc="-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 spc="-10">
                <a:solidFill>
                  <a:srgbClr val="181818"/>
                </a:solidFill>
                <a:latin typeface="Times New Roman"/>
                <a:cs typeface="Times New Roman"/>
              </a:rPr>
              <a:t>analysis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Streamlit –</a:t>
            </a:r>
            <a:r>
              <a:rPr dirty="0" sz="3750" spc="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web </a:t>
            </a:r>
            <a:r>
              <a:rPr dirty="0" sz="3750" spc="-10">
                <a:solidFill>
                  <a:srgbClr val="181818"/>
                </a:solidFill>
                <a:latin typeface="Times New Roman"/>
                <a:cs typeface="Times New Roman"/>
              </a:rPr>
              <a:t>dashboard</a:t>
            </a: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3750" spc="-10">
                <a:solidFill>
                  <a:srgbClr val="181818"/>
                </a:solidFill>
                <a:latin typeface="Times New Roman"/>
                <a:cs typeface="Times New Roman"/>
              </a:rPr>
              <a:t>Plotly,</a:t>
            </a:r>
            <a:r>
              <a:rPr dirty="0" sz="3750" spc="-4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Matplotlib,</a:t>
            </a:r>
            <a:r>
              <a:rPr dirty="0" sz="375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Seaborn</a:t>
            </a:r>
            <a:r>
              <a:rPr dirty="0" sz="3750" spc="-4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–</a:t>
            </a:r>
            <a:r>
              <a:rPr dirty="0" sz="3750" spc="-3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>
                <a:solidFill>
                  <a:srgbClr val="181818"/>
                </a:solidFill>
                <a:latin typeface="Times New Roman"/>
                <a:cs typeface="Times New Roman"/>
              </a:rPr>
              <a:t>interactive</a:t>
            </a:r>
            <a:r>
              <a:rPr dirty="0" sz="3750" spc="-4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750" spc="-10">
                <a:solidFill>
                  <a:srgbClr val="181818"/>
                </a:solidFill>
                <a:latin typeface="Times New Roman"/>
                <a:cs typeface="Times New Roman"/>
              </a:rPr>
              <a:t>visualizations</a:t>
            </a:r>
            <a:endParaRPr sz="3750">
              <a:latin typeface="Times New Roman"/>
              <a:cs typeface="Times New Roman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287" y="4996981"/>
            <a:ext cx="142875" cy="142874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287" y="5663731"/>
            <a:ext cx="142875" cy="142874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287" y="6330481"/>
            <a:ext cx="142875" cy="142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5587" y="531863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6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2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6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6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2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6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33355" y="5572728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6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7740" y="331574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65065" y="343010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7740" y="1982347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65065" y="209671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7740" y="398337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65065" y="409773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7740" y="264811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65065" y="2762474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7740" y="642558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65065" y="653994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7740" y="465100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65065" y="4765366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100"/>
              </a:spcBef>
            </a:pPr>
            <a:r>
              <a:rPr dirty="0" sz="8250" spc="-10">
                <a:solidFill>
                  <a:srgbClr val="181818"/>
                </a:solidFill>
              </a:rPr>
              <a:t>Passenger </a:t>
            </a:r>
            <a:r>
              <a:rPr dirty="0" sz="8250">
                <a:solidFill>
                  <a:srgbClr val="181818"/>
                </a:solidFill>
              </a:rPr>
              <a:t>Assistant</a:t>
            </a:r>
            <a:r>
              <a:rPr dirty="0" sz="8250" spc="-345">
                <a:solidFill>
                  <a:srgbClr val="181818"/>
                </a:solidFill>
              </a:rPr>
              <a:t> </a:t>
            </a:r>
            <a:r>
              <a:rPr dirty="0" sz="8250" spc="-20">
                <a:solidFill>
                  <a:srgbClr val="181818"/>
                </a:solidFill>
              </a:rPr>
              <a:t>View</a:t>
            </a:r>
            <a:endParaRPr sz="8250"/>
          </a:p>
        </p:txBody>
      </p:sp>
      <p:grpSp>
        <p:nvGrpSpPr>
          <p:cNvPr id="17" name="object 17" descr=""/>
          <p:cNvGrpSpPr/>
          <p:nvPr/>
        </p:nvGrpSpPr>
        <p:grpSpPr>
          <a:xfrm>
            <a:off x="968215" y="7083690"/>
            <a:ext cx="523875" cy="1229995"/>
            <a:chOff x="968215" y="7083690"/>
            <a:chExt cx="523875" cy="1229995"/>
          </a:xfrm>
        </p:grpSpPr>
        <p:sp>
          <p:nvSpPr>
            <p:cNvPr id="18" name="object 18" descr=""/>
            <p:cNvSpPr/>
            <p:nvPr/>
          </p:nvSpPr>
          <p:spPr>
            <a:xfrm>
              <a:off x="977740" y="7093215"/>
              <a:ext cx="504825" cy="542925"/>
            </a:xfrm>
            <a:custGeom>
              <a:avLst/>
              <a:gdLst/>
              <a:ahLst/>
              <a:cxnLst/>
              <a:rect l="l" t="t" r="r" b="b"/>
              <a:pathLst>
                <a:path w="504825" h="542925">
                  <a:moveTo>
                    <a:pt x="261809" y="542924"/>
                  </a:moveTo>
                  <a:lnTo>
                    <a:pt x="342683" y="526662"/>
                  </a:lnTo>
                  <a:lnTo>
                    <a:pt x="382255" y="506556"/>
                  </a:lnTo>
                  <a:lnTo>
                    <a:pt x="417708" y="479737"/>
                  </a:lnTo>
                  <a:lnTo>
                    <a:pt x="448323" y="446974"/>
                  </a:lnTo>
                  <a:lnTo>
                    <a:pt x="473384" y="409034"/>
                  </a:lnTo>
                  <a:lnTo>
                    <a:pt x="492172" y="366686"/>
                  </a:lnTo>
                  <a:lnTo>
                    <a:pt x="503972" y="320697"/>
                  </a:lnTo>
                  <a:lnTo>
                    <a:pt x="504824" y="310516"/>
                  </a:lnTo>
                </a:path>
                <a:path w="504825" h="542925">
                  <a:moveTo>
                    <a:pt x="504824" y="233153"/>
                  </a:moveTo>
                  <a:lnTo>
                    <a:pt x="492172" y="176982"/>
                  </a:lnTo>
                  <a:lnTo>
                    <a:pt x="473384" y="134634"/>
                  </a:lnTo>
                  <a:lnTo>
                    <a:pt x="448323" y="96695"/>
                  </a:lnTo>
                  <a:lnTo>
                    <a:pt x="417708" y="63932"/>
                  </a:lnTo>
                  <a:lnTo>
                    <a:pt x="382255" y="37113"/>
                  </a:lnTo>
                  <a:lnTo>
                    <a:pt x="342683" y="17006"/>
                  </a:lnTo>
                  <a:lnTo>
                    <a:pt x="299708" y="4379"/>
                  </a:lnTo>
                  <a:lnTo>
                    <a:pt x="254049" y="0"/>
                  </a:lnTo>
                  <a:lnTo>
                    <a:pt x="208389" y="4379"/>
                  </a:lnTo>
                  <a:lnTo>
                    <a:pt x="165415" y="17006"/>
                  </a:lnTo>
                  <a:lnTo>
                    <a:pt x="125843" y="37113"/>
                  </a:lnTo>
                  <a:lnTo>
                    <a:pt x="90390" y="63932"/>
                  </a:lnTo>
                  <a:lnTo>
                    <a:pt x="59775" y="96695"/>
                  </a:lnTo>
                  <a:lnTo>
                    <a:pt x="34714" y="134634"/>
                  </a:lnTo>
                  <a:lnTo>
                    <a:pt x="15925" y="176982"/>
                  </a:lnTo>
                  <a:lnTo>
                    <a:pt x="4126" y="222971"/>
                  </a:lnTo>
                  <a:lnTo>
                    <a:pt x="0" y="271831"/>
                  </a:lnTo>
                  <a:lnTo>
                    <a:pt x="4126" y="320697"/>
                  </a:lnTo>
                  <a:lnTo>
                    <a:pt x="15925" y="366686"/>
                  </a:lnTo>
                  <a:lnTo>
                    <a:pt x="34714" y="409034"/>
                  </a:lnTo>
                  <a:lnTo>
                    <a:pt x="59775" y="446974"/>
                  </a:lnTo>
                  <a:lnTo>
                    <a:pt x="90390" y="479737"/>
                  </a:lnTo>
                  <a:lnTo>
                    <a:pt x="125842" y="506555"/>
                  </a:lnTo>
                  <a:lnTo>
                    <a:pt x="165415" y="526662"/>
                  </a:lnTo>
                  <a:lnTo>
                    <a:pt x="208389" y="539289"/>
                  </a:lnTo>
                  <a:lnTo>
                    <a:pt x="246289" y="542924"/>
                  </a:lnTo>
                </a:path>
              </a:pathLst>
            </a:custGeom>
            <a:ln w="19050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77740" y="7760845"/>
              <a:ext cx="504825" cy="542925"/>
            </a:xfrm>
            <a:custGeom>
              <a:avLst/>
              <a:gdLst/>
              <a:ahLst/>
              <a:cxnLst/>
              <a:rect l="l" t="t" r="r" b="b"/>
              <a:pathLst>
                <a:path w="504825" h="542925">
                  <a:moveTo>
                    <a:pt x="261809" y="542924"/>
                  </a:moveTo>
                  <a:lnTo>
                    <a:pt x="342683" y="526662"/>
                  </a:lnTo>
                  <a:lnTo>
                    <a:pt x="382255" y="506556"/>
                  </a:lnTo>
                  <a:lnTo>
                    <a:pt x="417708" y="479737"/>
                  </a:lnTo>
                  <a:lnTo>
                    <a:pt x="448323" y="446974"/>
                  </a:lnTo>
                  <a:lnTo>
                    <a:pt x="473384" y="409034"/>
                  </a:lnTo>
                  <a:lnTo>
                    <a:pt x="492172" y="366686"/>
                  </a:lnTo>
                  <a:lnTo>
                    <a:pt x="503972" y="320697"/>
                  </a:lnTo>
                  <a:lnTo>
                    <a:pt x="504824" y="310516"/>
                  </a:lnTo>
                </a:path>
                <a:path w="504825" h="542925">
                  <a:moveTo>
                    <a:pt x="504824" y="233153"/>
                  </a:moveTo>
                  <a:lnTo>
                    <a:pt x="492172" y="176982"/>
                  </a:lnTo>
                  <a:lnTo>
                    <a:pt x="473383" y="134634"/>
                  </a:lnTo>
                  <a:lnTo>
                    <a:pt x="448323" y="96695"/>
                  </a:lnTo>
                  <a:lnTo>
                    <a:pt x="417708" y="63932"/>
                  </a:lnTo>
                  <a:lnTo>
                    <a:pt x="382255" y="37113"/>
                  </a:lnTo>
                  <a:lnTo>
                    <a:pt x="342683" y="17006"/>
                  </a:lnTo>
                  <a:lnTo>
                    <a:pt x="299708" y="4379"/>
                  </a:lnTo>
                  <a:lnTo>
                    <a:pt x="254049" y="0"/>
                  </a:lnTo>
                  <a:lnTo>
                    <a:pt x="208389" y="4379"/>
                  </a:lnTo>
                  <a:lnTo>
                    <a:pt x="165415" y="17006"/>
                  </a:lnTo>
                  <a:lnTo>
                    <a:pt x="125843" y="37113"/>
                  </a:lnTo>
                  <a:lnTo>
                    <a:pt x="90390" y="63932"/>
                  </a:lnTo>
                  <a:lnTo>
                    <a:pt x="59775" y="96695"/>
                  </a:lnTo>
                  <a:lnTo>
                    <a:pt x="34714" y="134634"/>
                  </a:lnTo>
                  <a:lnTo>
                    <a:pt x="15925" y="176982"/>
                  </a:lnTo>
                  <a:lnTo>
                    <a:pt x="4126" y="222971"/>
                  </a:lnTo>
                  <a:lnTo>
                    <a:pt x="0" y="271831"/>
                  </a:lnTo>
                  <a:lnTo>
                    <a:pt x="4126" y="320697"/>
                  </a:lnTo>
                  <a:lnTo>
                    <a:pt x="15925" y="366686"/>
                  </a:lnTo>
                  <a:lnTo>
                    <a:pt x="34714" y="409034"/>
                  </a:lnTo>
                  <a:lnTo>
                    <a:pt x="59775" y="446974"/>
                  </a:lnTo>
                  <a:lnTo>
                    <a:pt x="90390" y="479737"/>
                  </a:lnTo>
                  <a:lnTo>
                    <a:pt x="125842" y="506556"/>
                  </a:lnTo>
                  <a:lnTo>
                    <a:pt x="165415" y="526662"/>
                  </a:lnTo>
                  <a:lnTo>
                    <a:pt x="208389" y="539289"/>
                  </a:lnTo>
                  <a:lnTo>
                    <a:pt x="246289" y="542924"/>
                  </a:lnTo>
                </a:path>
              </a:pathLst>
            </a:custGeom>
            <a:ln w="19050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165065" y="7207578"/>
            <a:ext cx="133350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1920606" y="0"/>
            <a:ext cx="6367780" cy="4178935"/>
          </a:xfrm>
          <a:custGeom>
            <a:avLst/>
            <a:gdLst/>
            <a:ahLst/>
            <a:cxnLst/>
            <a:rect l="l" t="t" r="r" b="b"/>
            <a:pathLst>
              <a:path w="6367780" h="4178935">
                <a:moveTo>
                  <a:pt x="4962474" y="4168569"/>
                </a:moveTo>
                <a:lnTo>
                  <a:pt x="5002029" y="4171129"/>
                </a:lnTo>
                <a:lnTo>
                  <a:pt x="5049805" y="4173809"/>
                </a:lnTo>
                <a:lnTo>
                  <a:pt x="5097690" y="4176081"/>
                </a:lnTo>
                <a:lnTo>
                  <a:pt x="5145680" y="4177944"/>
                </a:lnTo>
                <a:lnTo>
                  <a:pt x="5172006" y="4178739"/>
                </a:lnTo>
              </a:path>
              <a:path w="6367780" h="4178935">
                <a:moveTo>
                  <a:pt x="5505333" y="4178739"/>
                </a:moveTo>
                <a:lnTo>
                  <a:pt x="5531659" y="4177944"/>
                </a:lnTo>
                <a:lnTo>
                  <a:pt x="5579649" y="4176081"/>
                </a:lnTo>
                <a:lnTo>
                  <a:pt x="5627534" y="4173809"/>
                </a:lnTo>
                <a:lnTo>
                  <a:pt x="5675311" y="4171129"/>
                </a:lnTo>
                <a:lnTo>
                  <a:pt x="5714865" y="4168569"/>
                </a:lnTo>
              </a:path>
              <a:path w="6367780" h="4178935">
                <a:moveTo>
                  <a:pt x="4807005" y="4155869"/>
                </a:moveTo>
                <a:lnTo>
                  <a:pt x="4812034" y="4156369"/>
                </a:lnTo>
                <a:lnTo>
                  <a:pt x="4859362" y="4160662"/>
                </a:lnTo>
                <a:lnTo>
                  <a:pt x="4906805" y="4164554"/>
                </a:lnTo>
                <a:lnTo>
                  <a:pt x="4954361" y="4168044"/>
                </a:lnTo>
                <a:lnTo>
                  <a:pt x="4962474" y="4168569"/>
                </a:lnTo>
              </a:path>
              <a:path w="6367780" h="4178935">
                <a:moveTo>
                  <a:pt x="5714865" y="4168569"/>
                </a:moveTo>
                <a:lnTo>
                  <a:pt x="5722978" y="4168044"/>
                </a:lnTo>
                <a:lnTo>
                  <a:pt x="5770534" y="4164554"/>
                </a:lnTo>
                <a:lnTo>
                  <a:pt x="5817977" y="4160662"/>
                </a:lnTo>
                <a:lnTo>
                  <a:pt x="5865305" y="4156369"/>
                </a:lnTo>
                <a:lnTo>
                  <a:pt x="5870334" y="4155869"/>
                </a:lnTo>
              </a:path>
              <a:path w="6367780" h="4178935">
                <a:moveTo>
                  <a:pt x="4688454" y="4143169"/>
                </a:moveTo>
                <a:lnTo>
                  <a:pt x="4717728" y="4146587"/>
                </a:lnTo>
                <a:lnTo>
                  <a:pt x="4764822" y="4151677"/>
                </a:lnTo>
                <a:lnTo>
                  <a:pt x="4807005" y="4155869"/>
                </a:lnTo>
              </a:path>
              <a:path w="6367780" h="4178935">
                <a:moveTo>
                  <a:pt x="5870334" y="4155869"/>
                </a:moveTo>
                <a:lnTo>
                  <a:pt x="5912517" y="4151677"/>
                </a:lnTo>
                <a:lnTo>
                  <a:pt x="5959611" y="4146587"/>
                </a:lnTo>
                <a:lnTo>
                  <a:pt x="5988885" y="4143169"/>
                </a:lnTo>
              </a:path>
              <a:path w="6367780" h="4178935">
                <a:moveTo>
                  <a:pt x="4588477" y="4130469"/>
                </a:moveTo>
                <a:lnTo>
                  <a:pt x="4623901" y="4135223"/>
                </a:lnTo>
                <a:lnTo>
                  <a:pt x="4670753" y="4141102"/>
                </a:lnTo>
                <a:lnTo>
                  <a:pt x="4688454" y="4143169"/>
                </a:lnTo>
              </a:path>
              <a:path w="6367780" h="4178935">
                <a:moveTo>
                  <a:pt x="5988885" y="4143169"/>
                </a:moveTo>
                <a:lnTo>
                  <a:pt x="6006586" y="4141102"/>
                </a:lnTo>
                <a:lnTo>
                  <a:pt x="6053439" y="4135223"/>
                </a:lnTo>
                <a:lnTo>
                  <a:pt x="6088862" y="4130469"/>
                </a:lnTo>
              </a:path>
              <a:path w="6367780" h="4178935">
                <a:moveTo>
                  <a:pt x="4500766" y="4117769"/>
                </a:moveTo>
                <a:lnTo>
                  <a:pt x="4530566" y="4122290"/>
                </a:lnTo>
                <a:lnTo>
                  <a:pt x="4577171" y="4128951"/>
                </a:lnTo>
                <a:lnTo>
                  <a:pt x="4588477" y="4130469"/>
                </a:lnTo>
              </a:path>
              <a:path w="6367780" h="4178935">
                <a:moveTo>
                  <a:pt x="6088862" y="4130469"/>
                </a:moveTo>
                <a:lnTo>
                  <a:pt x="6100168" y="4128951"/>
                </a:lnTo>
                <a:lnTo>
                  <a:pt x="6146773" y="4122290"/>
                </a:lnTo>
                <a:lnTo>
                  <a:pt x="6176574" y="4117769"/>
                </a:lnTo>
              </a:path>
              <a:path w="6367780" h="4178935">
                <a:moveTo>
                  <a:pt x="4348789" y="4092369"/>
                </a:moveTo>
                <a:lnTo>
                  <a:pt x="4391517" y="4099977"/>
                </a:lnTo>
                <a:lnTo>
                  <a:pt x="4437737" y="4107801"/>
                </a:lnTo>
                <a:lnTo>
                  <a:pt x="4484087" y="4115239"/>
                </a:lnTo>
                <a:lnTo>
                  <a:pt x="4500766" y="4117769"/>
                </a:lnTo>
              </a:path>
              <a:path w="6367780" h="4178935">
                <a:moveTo>
                  <a:pt x="6176574" y="4117769"/>
                </a:moveTo>
                <a:lnTo>
                  <a:pt x="6193252" y="4115239"/>
                </a:lnTo>
                <a:lnTo>
                  <a:pt x="6239602" y="4107801"/>
                </a:lnTo>
                <a:lnTo>
                  <a:pt x="6285822" y="4099977"/>
                </a:lnTo>
                <a:lnTo>
                  <a:pt x="6328550" y="4092369"/>
                </a:lnTo>
              </a:path>
              <a:path w="6367780" h="4178935">
                <a:moveTo>
                  <a:pt x="4218258" y="4066969"/>
                </a:moveTo>
                <a:lnTo>
                  <a:pt x="4253653" y="4074212"/>
                </a:lnTo>
                <a:lnTo>
                  <a:pt x="4299473" y="4083181"/>
                </a:lnTo>
                <a:lnTo>
                  <a:pt x="4345429" y="4091770"/>
                </a:lnTo>
                <a:lnTo>
                  <a:pt x="4348789" y="4092369"/>
                </a:lnTo>
              </a:path>
              <a:path w="6367780" h="4178935">
                <a:moveTo>
                  <a:pt x="6328550" y="4092369"/>
                </a:moveTo>
                <a:lnTo>
                  <a:pt x="6331911" y="4091770"/>
                </a:lnTo>
                <a:lnTo>
                  <a:pt x="6367392" y="4085139"/>
                </a:lnTo>
              </a:path>
              <a:path w="6367780" h="4178935">
                <a:moveTo>
                  <a:pt x="0" y="0"/>
                </a:moveTo>
                <a:lnTo>
                  <a:pt x="10245" y="41085"/>
                </a:lnTo>
                <a:lnTo>
                  <a:pt x="21830" y="85912"/>
                </a:lnTo>
                <a:lnTo>
                  <a:pt x="33780" y="130590"/>
                </a:lnTo>
                <a:lnTo>
                  <a:pt x="46096" y="175118"/>
                </a:lnTo>
                <a:lnTo>
                  <a:pt x="58775" y="219494"/>
                </a:lnTo>
                <a:lnTo>
                  <a:pt x="71816" y="263716"/>
                </a:lnTo>
                <a:lnTo>
                  <a:pt x="85217" y="307783"/>
                </a:lnTo>
                <a:lnTo>
                  <a:pt x="98976" y="351692"/>
                </a:lnTo>
                <a:lnTo>
                  <a:pt x="113091" y="395443"/>
                </a:lnTo>
                <a:lnTo>
                  <a:pt x="127561" y="439032"/>
                </a:lnTo>
                <a:lnTo>
                  <a:pt x="142384" y="482460"/>
                </a:lnTo>
                <a:lnTo>
                  <a:pt x="157559" y="525724"/>
                </a:lnTo>
                <a:lnTo>
                  <a:pt x="173083" y="568821"/>
                </a:lnTo>
                <a:lnTo>
                  <a:pt x="188956" y="611752"/>
                </a:lnTo>
                <a:lnTo>
                  <a:pt x="205174" y="654513"/>
                </a:lnTo>
                <a:lnTo>
                  <a:pt x="221737" y="697104"/>
                </a:lnTo>
                <a:lnTo>
                  <a:pt x="238625" y="739529"/>
                </a:lnTo>
                <a:lnTo>
                  <a:pt x="255890" y="781765"/>
                </a:lnTo>
                <a:lnTo>
                  <a:pt x="273477" y="823833"/>
                </a:lnTo>
                <a:lnTo>
                  <a:pt x="291401" y="865723"/>
                </a:lnTo>
                <a:lnTo>
                  <a:pt x="309661" y="907434"/>
                </a:lnTo>
                <a:lnTo>
                  <a:pt x="328256" y="948964"/>
                </a:lnTo>
                <a:lnTo>
                  <a:pt x="347183" y="990311"/>
                </a:lnTo>
                <a:lnTo>
                  <a:pt x="366363" y="1031513"/>
                </a:lnTo>
                <a:lnTo>
                  <a:pt x="366439" y="1031671"/>
                </a:lnTo>
                <a:lnTo>
                  <a:pt x="386029" y="1072450"/>
                </a:lnTo>
                <a:lnTo>
                  <a:pt x="405944" y="1113238"/>
                </a:lnTo>
                <a:lnTo>
                  <a:pt x="426185" y="1153837"/>
                </a:lnTo>
                <a:lnTo>
                  <a:pt x="446750" y="1194245"/>
                </a:lnTo>
                <a:lnTo>
                  <a:pt x="467638" y="1234459"/>
                </a:lnTo>
                <a:lnTo>
                  <a:pt x="488846" y="1274479"/>
                </a:lnTo>
                <a:lnTo>
                  <a:pt x="510373" y="1314303"/>
                </a:lnTo>
                <a:lnTo>
                  <a:pt x="532217" y="1353929"/>
                </a:lnTo>
                <a:lnTo>
                  <a:pt x="554378" y="1393354"/>
                </a:lnTo>
                <a:lnTo>
                  <a:pt x="576852" y="1432579"/>
                </a:lnTo>
                <a:lnTo>
                  <a:pt x="599638" y="1471600"/>
                </a:lnTo>
                <a:lnTo>
                  <a:pt x="622735" y="1510416"/>
                </a:lnTo>
                <a:lnTo>
                  <a:pt x="646140" y="1549026"/>
                </a:lnTo>
                <a:lnTo>
                  <a:pt x="669853" y="1587427"/>
                </a:lnTo>
                <a:lnTo>
                  <a:pt x="693871" y="1625618"/>
                </a:lnTo>
                <a:lnTo>
                  <a:pt x="718192" y="1663598"/>
                </a:lnTo>
                <a:lnTo>
                  <a:pt x="742816" y="1701364"/>
                </a:lnTo>
                <a:lnTo>
                  <a:pt x="767740" y="1738915"/>
                </a:lnTo>
                <a:lnTo>
                  <a:pt x="792962" y="1776250"/>
                </a:lnTo>
                <a:lnTo>
                  <a:pt x="818482" y="1813365"/>
                </a:lnTo>
                <a:lnTo>
                  <a:pt x="844296" y="1850261"/>
                </a:lnTo>
                <a:lnTo>
                  <a:pt x="870404" y="1886934"/>
                </a:lnTo>
                <a:lnTo>
                  <a:pt x="896804" y="1923384"/>
                </a:lnTo>
                <a:lnTo>
                  <a:pt x="923494" y="1959609"/>
                </a:lnTo>
                <a:lnTo>
                  <a:pt x="950472" y="1995607"/>
                </a:lnTo>
                <a:lnTo>
                  <a:pt x="977737" y="2031376"/>
                </a:lnTo>
                <a:lnTo>
                  <a:pt x="1005287" y="2066914"/>
                </a:lnTo>
                <a:lnTo>
                  <a:pt x="1033120" y="2102220"/>
                </a:lnTo>
                <a:lnTo>
                  <a:pt x="1061235" y="2137293"/>
                </a:lnTo>
                <a:lnTo>
                  <a:pt x="1089629" y="2172130"/>
                </a:lnTo>
                <a:lnTo>
                  <a:pt x="1118302" y="2206729"/>
                </a:lnTo>
                <a:lnTo>
                  <a:pt x="1147251" y="2241090"/>
                </a:lnTo>
                <a:lnTo>
                  <a:pt x="1176474" y="2275210"/>
                </a:lnTo>
                <a:lnTo>
                  <a:pt x="1205971" y="2309087"/>
                </a:lnTo>
                <a:lnTo>
                  <a:pt x="1235739" y="2342721"/>
                </a:lnTo>
                <a:lnTo>
                  <a:pt x="1265777" y="2376109"/>
                </a:lnTo>
                <a:lnTo>
                  <a:pt x="1296083" y="2409249"/>
                </a:lnTo>
                <a:lnTo>
                  <a:pt x="1326654" y="2442140"/>
                </a:lnTo>
                <a:lnTo>
                  <a:pt x="1357491" y="2474780"/>
                </a:lnTo>
                <a:lnTo>
                  <a:pt x="1388590" y="2507168"/>
                </a:lnTo>
                <a:lnTo>
                  <a:pt x="1419950" y="2539301"/>
                </a:lnTo>
                <a:lnTo>
                  <a:pt x="1451570" y="2571179"/>
                </a:lnTo>
                <a:lnTo>
                  <a:pt x="1483447" y="2602798"/>
                </a:lnTo>
                <a:lnTo>
                  <a:pt x="1515581" y="2634159"/>
                </a:lnTo>
                <a:lnTo>
                  <a:pt x="1547968" y="2665258"/>
                </a:lnTo>
                <a:lnTo>
                  <a:pt x="1580608" y="2696094"/>
                </a:lnTo>
                <a:lnTo>
                  <a:pt x="1613500" y="2726666"/>
                </a:lnTo>
                <a:lnTo>
                  <a:pt x="1646640" y="2756972"/>
                </a:lnTo>
                <a:lnTo>
                  <a:pt x="1680028" y="2787009"/>
                </a:lnTo>
                <a:lnTo>
                  <a:pt x="1713661" y="2816777"/>
                </a:lnTo>
                <a:lnTo>
                  <a:pt x="1747539" y="2846274"/>
                </a:lnTo>
                <a:lnTo>
                  <a:pt x="1781659" y="2875498"/>
                </a:lnTo>
                <a:lnTo>
                  <a:pt x="1816019" y="2904447"/>
                </a:lnTo>
                <a:lnTo>
                  <a:pt x="1850619" y="2933120"/>
                </a:lnTo>
                <a:lnTo>
                  <a:pt x="1885456" y="2961514"/>
                </a:lnTo>
                <a:lnTo>
                  <a:pt x="1920528" y="2989629"/>
                </a:lnTo>
                <a:lnTo>
                  <a:pt x="1955835" y="3017462"/>
                </a:lnTo>
                <a:lnTo>
                  <a:pt x="1991373" y="3045011"/>
                </a:lnTo>
                <a:lnTo>
                  <a:pt x="2027142" y="3072276"/>
                </a:lnTo>
                <a:lnTo>
                  <a:pt x="2063139" y="3099255"/>
                </a:lnTo>
                <a:lnTo>
                  <a:pt x="2099364" y="3125944"/>
                </a:lnTo>
                <a:lnTo>
                  <a:pt x="2135702" y="3152452"/>
                </a:lnTo>
                <a:lnTo>
                  <a:pt x="2172488" y="3178452"/>
                </a:lnTo>
                <a:lnTo>
                  <a:pt x="2209383" y="3204267"/>
                </a:lnTo>
                <a:lnTo>
                  <a:pt x="2246499" y="3229786"/>
                </a:lnTo>
                <a:lnTo>
                  <a:pt x="2283833" y="3255009"/>
                </a:lnTo>
                <a:lnTo>
                  <a:pt x="2321384" y="3279933"/>
                </a:lnTo>
                <a:lnTo>
                  <a:pt x="2359150" y="3304556"/>
                </a:lnTo>
                <a:lnTo>
                  <a:pt x="2397130" y="3328878"/>
                </a:lnTo>
                <a:lnTo>
                  <a:pt x="2435321" y="3352896"/>
                </a:lnTo>
                <a:lnTo>
                  <a:pt x="2473723" y="3376609"/>
                </a:lnTo>
                <a:lnTo>
                  <a:pt x="2512332" y="3400014"/>
                </a:lnTo>
                <a:lnTo>
                  <a:pt x="2551149" y="3423111"/>
                </a:lnTo>
                <a:lnTo>
                  <a:pt x="2590170" y="3445897"/>
                </a:lnTo>
                <a:lnTo>
                  <a:pt x="2629394" y="3468371"/>
                </a:lnTo>
                <a:lnTo>
                  <a:pt x="2668820" y="3490531"/>
                </a:lnTo>
                <a:lnTo>
                  <a:pt x="2708445" y="3512376"/>
                </a:lnTo>
                <a:lnTo>
                  <a:pt x="2748269" y="3533903"/>
                </a:lnTo>
                <a:lnTo>
                  <a:pt x="2788289" y="3555111"/>
                </a:lnTo>
                <a:lnTo>
                  <a:pt x="2828504" y="3575998"/>
                </a:lnTo>
                <a:lnTo>
                  <a:pt x="2868911" y="3596563"/>
                </a:lnTo>
                <a:lnTo>
                  <a:pt x="2909510" y="3616804"/>
                </a:lnTo>
                <a:lnTo>
                  <a:pt x="2950299" y="3636719"/>
                </a:lnTo>
                <a:lnTo>
                  <a:pt x="2991275" y="3656307"/>
                </a:lnTo>
                <a:lnTo>
                  <a:pt x="3032438" y="3675565"/>
                </a:lnTo>
                <a:lnTo>
                  <a:pt x="3073785" y="3694492"/>
                </a:lnTo>
                <a:lnTo>
                  <a:pt x="3115315" y="3713087"/>
                </a:lnTo>
                <a:lnTo>
                  <a:pt x="3157025" y="3731348"/>
                </a:lnTo>
                <a:lnTo>
                  <a:pt x="3198915" y="3749272"/>
                </a:lnTo>
                <a:lnTo>
                  <a:pt x="3240983" y="3766858"/>
                </a:lnTo>
                <a:lnTo>
                  <a:pt x="3283227" y="3784105"/>
                </a:lnTo>
                <a:lnTo>
                  <a:pt x="3325645" y="3801011"/>
                </a:lnTo>
                <a:lnTo>
                  <a:pt x="3368235" y="3817575"/>
                </a:lnTo>
                <a:lnTo>
                  <a:pt x="3410997" y="3833793"/>
                </a:lnTo>
                <a:lnTo>
                  <a:pt x="3453927" y="3849665"/>
                </a:lnTo>
                <a:lnTo>
                  <a:pt x="3497025" y="3865190"/>
                </a:lnTo>
                <a:lnTo>
                  <a:pt x="3540288" y="3880364"/>
                </a:lnTo>
                <a:lnTo>
                  <a:pt x="3583716" y="3895187"/>
                </a:lnTo>
                <a:lnTo>
                  <a:pt x="3627306" y="3909657"/>
                </a:lnTo>
                <a:lnTo>
                  <a:pt x="3671056" y="3923773"/>
                </a:lnTo>
                <a:lnTo>
                  <a:pt x="3714966" y="3937532"/>
                </a:lnTo>
                <a:lnTo>
                  <a:pt x="3759032" y="3950932"/>
                </a:lnTo>
                <a:lnTo>
                  <a:pt x="3803255" y="3963973"/>
                </a:lnTo>
                <a:lnTo>
                  <a:pt x="3847630" y="3976652"/>
                </a:lnTo>
                <a:lnTo>
                  <a:pt x="3892158" y="3988968"/>
                </a:lnTo>
                <a:lnTo>
                  <a:pt x="3936837" y="4000919"/>
                </a:lnTo>
                <a:lnTo>
                  <a:pt x="3981664" y="4012503"/>
                </a:lnTo>
                <a:lnTo>
                  <a:pt x="4026638" y="4023719"/>
                </a:lnTo>
                <a:lnTo>
                  <a:pt x="4071757" y="4034564"/>
                </a:lnTo>
                <a:lnTo>
                  <a:pt x="4117020" y="4045038"/>
                </a:lnTo>
                <a:lnTo>
                  <a:pt x="4162425" y="4055139"/>
                </a:lnTo>
                <a:lnTo>
                  <a:pt x="4207970" y="4064864"/>
                </a:lnTo>
                <a:lnTo>
                  <a:pt x="4218258" y="4066969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0474" y="4582670"/>
            <a:ext cx="152400" cy="152399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4585975" y="4195314"/>
            <a:ext cx="6218555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36930">
              <a:lnSpc>
                <a:spcPct val="115599"/>
              </a:lnSpc>
              <a:spcBef>
                <a:spcPts val="100"/>
              </a:spcBef>
            </a:pP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Suggests</a:t>
            </a:r>
            <a:r>
              <a:rPr dirty="0" sz="4000" spc="-7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best</a:t>
            </a:r>
            <a:r>
              <a:rPr dirty="0" sz="40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travel</a:t>
            </a:r>
            <a:r>
              <a:rPr dirty="0" sz="4000" spc="-7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 spc="-20">
                <a:solidFill>
                  <a:srgbClr val="181818"/>
                </a:solidFill>
                <a:latin typeface="Times New Roman"/>
                <a:cs typeface="Times New Roman"/>
              </a:rPr>
              <a:t>time </a:t>
            </a: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Displays</a:t>
            </a:r>
            <a:r>
              <a:rPr dirty="0" sz="40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delay</a:t>
            </a:r>
            <a:r>
              <a:rPr dirty="0" sz="4000" spc="-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181818"/>
                </a:solidFill>
                <a:latin typeface="Times New Roman"/>
                <a:cs typeface="Times New Roman"/>
              </a:rPr>
              <a:t>probability </a:t>
            </a: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Shows</a:t>
            </a:r>
            <a:r>
              <a:rPr dirty="0" sz="4000" spc="-8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reliability</a:t>
            </a:r>
            <a:r>
              <a:rPr dirty="0" sz="4000" spc="-8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181818"/>
                </a:solidFill>
                <a:latin typeface="Times New Roman"/>
                <a:cs typeface="Times New Roman"/>
              </a:rPr>
              <a:t>trends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Helps</a:t>
            </a:r>
            <a:r>
              <a:rPr dirty="0" sz="4000" spc="-6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improve</a:t>
            </a:r>
            <a:r>
              <a:rPr dirty="0" sz="40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81818"/>
                </a:solidFill>
                <a:latin typeface="Times New Roman"/>
                <a:cs typeface="Times New Roman"/>
              </a:rPr>
              <a:t>travel</a:t>
            </a:r>
            <a:r>
              <a:rPr dirty="0" sz="400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181818"/>
                </a:solidFill>
                <a:latin typeface="Times New Roman"/>
                <a:cs typeface="Times New Roman"/>
              </a:rPr>
              <a:t>planning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0474" y="5287520"/>
            <a:ext cx="152400" cy="152399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0474" y="5992370"/>
            <a:ext cx="152400" cy="15239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0474" y="6697220"/>
            <a:ext cx="152400" cy="152399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13231483" y="5267457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95" y="0"/>
                </a:moveTo>
                <a:lnTo>
                  <a:pt x="0" y="232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2817119" y="6791255"/>
            <a:ext cx="840105" cy="3496310"/>
          </a:xfrm>
          <a:custGeom>
            <a:avLst/>
            <a:gdLst/>
            <a:ahLst/>
            <a:cxnLst/>
            <a:rect l="l" t="t" r="r" b="b"/>
            <a:pathLst>
              <a:path w="840105" h="3496309">
                <a:moveTo>
                  <a:pt x="29593" y="0"/>
                </a:moveTo>
                <a:lnTo>
                  <a:pt x="29550" y="431"/>
                </a:lnTo>
              </a:path>
              <a:path w="840105" h="3496309">
                <a:moveTo>
                  <a:pt x="3296" y="380852"/>
                </a:moveTo>
                <a:lnTo>
                  <a:pt x="1911" y="428948"/>
                </a:lnTo>
                <a:lnTo>
                  <a:pt x="900" y="477145"/>
                </a:lnTo>
                <a:lnTo>
                  <a:pt x="261" y="525443"/>
                </a:lnTo>
                <a:lnTo>
                  <a:pt x="0" y="573840"/>
                </a:lnTo>
                <a:lnTo>
                  <a:pt x="34" y="584630"/>
                </a:lnTo>
                <a:lnTo>
                  <a:pt x="151" y="622237"/>
                </a:lnTo>
                <a:lnTo>
                  <a:pt x="157" y="622730"/>
                </a:lnTo>
                <a:lnTo>
                  <a:pt x="741" y="670537"/>
                </a:lnTo>
                <a:lnTo>
                  <a:pt x="807" y="673529"/>
                </a:lnTo>
                <a:lnTo>
                  <a:pt x="1705" y="718736"/>
                </a:lnTo>
                <a:lnTo>
                  <a:pt x="1887" y="724328"/>
                </a:lnTo>
                <a:lnTo>
                  <a:pt x="3268" y="766829"/>
                </a:lnTo>
                <a:lnTo>
                  <a:pt x="5131" y="814819"/>
                </a:lnTo>
                <a:lnTo>
                  <a:pt x="7324" y="862709"/>
                </a:lnTo>
                <a:lnTo>
                  <a:pt x="7401" y="864030"/>
                </a:lnTo>
                <a:lnTo>
                  <a:pt x="10083" y="910480"/>
                </a:lnTo>
                <a:lnTo>
                  <a:pt x="13168" y="958148"/>
                </a:lnTo>
                <a:lnTo>
                  <a:pt x="16658" y="1005704"/>
                </a:lnTo>
                <a:lnTo>
                  <a:pt x="20550" y="1053147"/>
                </a:lnTo>
                <a:lnTo>
                  <a:pt x="24843" y="1100475"/>
                </a:lnTo>
                <a:lnTo>
                  <a:pt x="29536" y="1147687"/>
                </a:lnTo>
                <a:lnTo>
                  <a:pt x="34625" y="1194781"/>
                </a:lnTo>
                <a:lnTo>
                  <a:pt x="40110" y="1241756"/>
                </a:lnTo>
                <a:lnTo>
                  <a:pt x="45989" y="1288609"/>
                </a:lnTo>
                <a:lnTo>
                  <a:pt x="52261" y="1335338"/>
                </a:lnTo>
                <a:lnTo>
                  <a:pt x="58923" y="1381943"/>
                </a:lnTo>
                <a:lnTo>
                  <a:pt x="65973" y="1428422"/>
                </a:lnTo>
                <a:lnTo>
                  <a:pt x="73411" y="1474772"/>
                </a:lnTo>
                <a:lnTo>
                  <a:pt x="81235" y="1520992"/>
                </a:lnTo>
                <a:lnTo>
                  <a:pt x="89442" y="1567081"/>
                </a:lnTo>
                <a:lnTo>
                  <a:pt x="97968" y="1613050"/>
                </a:lnTo>
                <a:lnTo>
                  <a:pt x="98023" y="1613331"/>
                </a:lnTo>
                <a:lnTo>
                  <a:pt x="107000" y="1658856"/>
                </a:lnTo>
                <a:lnTo>
                  <a:pt x="116348" y="1704539"/>
                </a:lnTo>
                <a:lnTo>
                  <a:pt x="126073" y="1750084"/>
                </a:lnTo>
                <a:lnTo>
                  <a:pt x="136174" y="1795489"/>
                </a:lnTo>
                <a:lnTo>
                  <a:pt x="146648" y="1840752"/>
                </a:lnTo>
                <a:lnTo>
                  <a:pt x="157493" y="1885871"/>
                </a:lnTo>
                <a:lnTo>
                  <a:pt x="168709" y="1930845"/>
                </a:lnTo>
                <a:lnTo>
                  <a:pt x="180293" y="1975672"/>
                </a:lnTo>
                <a:lnTo>
                  <a:pt x="192244" y="2020351"/>
                </a:lnTo>
                <a:lnTo>
                  <a:pt x="204560" y="2064879"/>
                </a:lnTo>
                <a:lnTo>
                  <a:pt x="217239" y="2109255"/>
                </a:lnTo>
                <a:lnTo>
                  <a:pt x="230280" y="2153477"/>
                </a:lnTo>
                <a:lnTo>
                  <a:pt x="243680" y="2197543"/>
                </a:lnTo>
                <a:lnTo>
                  <a:pt x="257439" y="2241453"/>
                </a:lnTo>
                <a:lnTo>
                  <a:pt x="271555" y="2285203"/>
                </a:lnTo>
                <a:lnTo>
                  <a:pt x="286025" y="2328793"/>
                </a:lnTo>
                <a:lnTo>
                  <a:pt x="300848" y="2372221"/>
                </a:lnTo>
                <a:lnTo>
                  <a:pt x="316023" y="2415484"/>
                </a:lnTo>
                <a:lnTo>
                  <a:pt x="331547" y="2458582"/>
                </a:lnTo>
                <a:lnTo>
                  <a:pt x="347419" y="2501512"/>
                </a:lnTo>
                <a:lnTo>
                  <a:pt x="363638" y="2544274"/>
                </a:lnTo>
                <a:lnTo>
                  <a:pt x="380201" y="2586864"/>
                </a:lnTo>
                <a:lnTo>
                  <a:pt x="397089" y="2629290"/>
                </a:lnTo>
                <a:lnTo>
                  <a:pt x="414354" y="2671526"/>
                </a:lnTo>
                <a:lnTo>
                  <a:pt x="431940" y="2713594"/>
                </a:lnTo>
                <a:lnTo>
                  <a:pt x="449865" y="2755484"/>
                </a:lnTo>
                <a:lnTo>
                  <a:pt x="468125" y="2797195"/>
                </a:lnTo>
                <a:lnTo>
                  <a:pt x="486720" y="2838724"/>
                </a:lnTo>
                <a:lnTo>
                  <a:pt x="505647" y="2880071"/>
                </a:lnTo>
                <a:lnTo>
                  <a:pt x="524826" y="2921274"/>
                </a:lnTo>
                <a:lnTo>
                  <a:pt x="524902" y="2921431"/>
                </a:lnTo>
                <a:lnTo>
                  <a:pt x="544493" y="2962210"/>
                </a:lnTo>
                <a:lnTo>
                  <a:pt x="564408" y="3002999"/>
                </a:lnTo>
                <a:lnTo>
                  <a:pt x="584649" y="3043598"/>
                </a:lnTo>
                <a:lnTo>
                  <a:pt x="605214" y="3084005"/>
                </a:lnTo>
                <a:lnTo>
                  <a:pt x="626101" y="3124220"/>
                </a:lnTo>
                <a:lnTo>
                  <a:pt x="647309" y="3164240"/>
                </a:lnTo>
                <a:lnTo>
                  <a:pt x="668837" y="3204064"/>
                </a:lnTo>
                <a:lnTo>
                  <a:pt x="690681" y="3243689"/>
                </a:lnTo>
                <a:lnTo>
                  <a:pt x="712841" y="3283115"/>
                </a:lnTo>
                <a:lnTo>
                  <a:pt x="735315" y="3322339"/>
                </a:lnTo>
                <a:lnTo>
                  <a:pt x="758101" y="3361361"/>
                </a:lnTo>
                <a:lnTo>
                  <a:pt x="781198" y="3400177"/>
                </a:lnTo>
                <a:lnTo>
                  <a:pt x="804604" y="3438786"/>
                </a:lnTo>
                <a:lnTo>
                  <a:pt x="828316" y="3477188"/>
                </a:lnTo>
                <a:lnTo>
                  <a:pt x="839986" y="3495744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5587" y="597692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2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0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3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8"/>
                </a:lnTo>
                <a:lnTo>
                  <a:pt x="8947" y="590526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0"/>
                </a:lnTo>
                <a:lnTo>
                  <a:pt x="8947" y="401935"/>
                </a:lnTo>
                <a:lnTo>
                  <a:pt x="19820" y="356923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8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8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3"/>
                </a:lnTo>
                <a:lnTo>
                  <a:pt x="983515" y="401935"/>
                </a:lnTo>
                <a:lnTo>
                  <a:pt x="990191" y="448440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6"/>
                </a:lnTo>
                <a:lnTo>
                  <a:pt x="972642" y="635538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3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0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2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33355" y="6231022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7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7740" y="331574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65065" y="343010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7740" y="1982347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65065" y="209671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7740" y="398337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65065" y="409773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7740" y="264811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65065" y="2762474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7740" y="531863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65065" y="543299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7740" y="465100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65065" y="4765366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77740" y="7093215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65065" y="720757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77740" y="776084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6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65065" y="787520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0259" y="1339867"/>
            <a:ext cx="95250" cy="9524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0259" y="1797067"/>
            <a:ext cx="95250" cy="9524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2722759" y="621670"/>
            <a:ext cx="494284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73405" marR="5080" indent="-561340">
              <a:lnSpc>
                <a:spcPct val="115399"/>
              </a:lnSpc>
              <a:spcBef>
                <a:spcPts val="100"/>
              </a:spcBef>
            </a:pPr>
            <a:r>
              <a:rPr dirty="0" sz="2600" spc="-10"/>
              <a:t>Milestone-</a:t>
            </a:r>
            <a:r>
              <a:rPr dirty="0" sz="2600"/>
              <a:t>1(Basic</a:t>
            </a:r>
            <a:r>
              <a:rPr dirty="0" sz="2600" spc="-60"/>
              <a:t> </a:t>
            </a:r>
            <a:r>
              <a:rPr dirty="0" sz="2600" spc="-10"/>
              <a:t>Exploration) </a:t>
            </a:r>
            <a:r>
              <a:rPr dirty="0" sz="2600"/>
              <a:t>Focus:</a:t>
            </a:r>
            <a:r>
              <a:rPr dirty="0" sz="2600" spc="-80"/>
              <a:t> </a:t>
            </a:r>
            <a:r>
              <a:rPr dirty="0" sz="2600"/>
              <a:t>Understanding</a:t>
            </a:r>
            <a:r>
              <a:rPr dirty="0" sz="2600" spc="-80"/>
              <a:t> </a:t>
            </a:r>
            <a:r>
              <a:rPr dirty="0" sz="2600"/>
              <a:t>the</a:t>
            </a:r>
            <a:r>
              <a:rPr dirty="0" sz="2600" spc="-80"/>
              <a:t> </a:t>
            </a:r>
            <a:r>
              <a:rPr dirty="0" sz="2600" spc="-20"/>
              <a:t>data </a:t>
            </a:r>
            <a:r>
              <a:rPr dirty="0" sz="2600" spc="-10"/>
              <a:t>Visualizations:</a:t>
            </a:r>
            <a:endParaRPr sz="2600"/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0734" y="3998902"/>
            <a:ext cx="95250" cy="95249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0734" y="4437052"/>
            <a:ext cx="95250" cy="95249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2802233" y="1993270"/>
            <a:ext cx="8954135" cy="396811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054100" indent="-260985">
              <a:lnSpc>
                <a:spcPct val="100000"/>
              </a:lnSpc>
              <a:spcBef>
                <a:spcPts val="580"/>
              </a:spcBef>
              <a:buFont typeface="Times New Roman"/>
              <a:buAutoNum type="alphaLcPeriod"/>
              <a:tabLst>
                <a:tab pos="1054100" algn="l"/>
              </a:tabLst>
            </a:pPr>
            <a:r>
              <a:rPr dirty="0" sz="2600" b="1">
                <a:latin typeface="Times New Roman"/>
                <a:cs typeface="Times New Roman"/>
              </a:rPr>
              <a:t>Histogram</a:t>
            </a:r>
            <a:r>
              <a:rPr dirty="0" sz="2600" spc="-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Distribution</a:t>
            </a:r>
            <a:r>
              <a:rPr dirty="0" sz="2600" spc="-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of</a:t>
            </a:r>
            <a:r>
              <a:rPr dirty="0" sz="2600" spc="-8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delays</a:t>
            </a:r>
            <a:r>
              <a:rPr dirty="0" sz="2600" spc="-8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(arr_delay,</a:t>
            </a:r>
            <a:r>
              <a:rPr dirty="0" sz="2600" spc="-8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dep_delay)</a:t>
            </a:r>
            <a:endParaRPr sz="2600">
              <a:latin typeface="Times New Roman"/>
              <a:cs typeface="Times New Roman"/>
            </a:endParaRPr>
          </a:p>
          <a:p>
            <a:pPr marL="1054100" indent="-279400">
              <a:lnSpc>
                <a:spcPct val="100000"/>
              </a:lnSpc>
              <a:spcBef>
                <a:spcPts val="480"/>
              </a:spcBef>
              <a:buFont typeface="Times New Roman"/>
              <a:buAutoNum type="alphaLcPeriod"/>
              <a:tabLst>
                <a:tab pos="1054100" algn="l"/>
              </a:tabLst>
            </a:pPr>
            <a:r>
              <a:rPr dirty="0" sz="2600" b="1">
                <a:latin typeface="Times New Roman"/>
                <a:cs typeface="Times New Roman"/>
              </a:rPr>
              <a:t>BoxPlot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Detect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outliers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in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delays</a:t>
            </a:r>
            <a:endParaRPr sz="2600">
              <a:latin typeface="Times New Roman"/>
              <a:cs typeface="Times New Roman"/>
            </a:endParaRPr>
          </a:p>
          <a:p>
            <a:pPr marL="1054100" indent="-260985">
              <a:lnSpc>
                <a:spcPts val="3115"/>
              </a:lnSpc>
              <a:spcBef>
                <a:spcPts val="480"/>
              </a:spcBef>
              <a:buFont typeface="Times New Roman"/>
              <a:buAutoNum type="alphaLcPeriod"/>
              <a:tabLst>
                <a:tab pos="1054100" algn="l"/>
              </a:tabLst>
            </a:pPr>
            <a:r>
              <a:rPr dirty="0" sz="2600" b="1">
                <a:latin typeface="Times New Roman"/>
                <a:cs typeface="Times New Roman"/>
              </a:rPr>
              <a:t>Bar</a:t>
            </a:r>
            <a:r>
              <a:rPr dirty="0" sz="2600" spc="-10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ChartFlights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per</a:t>
            </a:r>
            <a:r>
              <a:rPr dirty="0" sz="2600" spc="-10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airline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995"/>
              </a:lnSpc>
            </a:pPr>
            <a:r>
              <a:rPr dirty="0" sz="2500" b="1">
                <a:latin typeface="Times New Roman"/>
                <a:cs typeface="Times New Roman"/>
              </a:rPr>
              <a:t>Milestone</a:t>
            </a:r>
            <a:r>
              <a:rPr dirty="0" sz="2500" spc="-5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2</a:t>
            </a:r>
            <a:r>
              <a:rPr dirty="0" sz="2500" spc="-5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(Analysis</a:t>
            </a:r>
            <a:r>
              <a:rPr dirty="0" sz="2500" spc="-5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&amp;</a:t>
            </a:r>
            <a:r>
              <a:rPr dirty="0" sz="2500" spc="-55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Patterns)</a:t>
            </a:r>
            <a:endParaRPr sz="2500">
              <a:latin typeface="Times New Roman"/>
              <a:cs typeface="Times New Roman"/>
            </a:endParaRPr>
          </a:p>
          <a:p>
            <a:pPr marL="472440" marR="4615815">
              <a:lnSpc>
                <a:spcPct val="114999"/>
              </a:lnSpc>
            </a:pPr>
            <a:r>
              <a:rPr dirty="0" sz="2500" b="1">
                <a:latin typeface="Times New Roman"/>
                <a:cs typeface="Times New Roman"/>
              </a:rPr>
              <a:t>Focus:</a:t>
            </a:r>
            <a:r>
              <a:rPr dirty="0" sz="2500" spc="-5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Finding</a:t>
            </a:r>
            <a:r>
              <a:rPr dirty="0" sz="2500" spc="-50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relationships Visualizations:</a:t>
            </a:r>
            <a:endParaRPr sz="2500">
              <a:latin typeface="Times New Roman"/>
              <a:cs typeface="Times New Roman"/>
            </a:endParaRPr>
          </a:p>
          <a:p>
            <a:pPr marL="1011555" indent="-251460">
              <a:lnSpc>
                <a:spcPct val="100000"/>
              </a:lnSpc>
              <a:spcBef>
                <a:spcPts val="450"/>
              </a:spcBef>
              <a:buFont typeface="Times New Roman"/>
              <a:buAutoNum type="alphaLcPeriod"/>
              <a:tabLst>
                <a:tab pos="1011555" algn="l"/>
              </a:tabLst>
            </a:pPr>
            <a:r>
              <a:rPr dirty="0" sz="2500" b="1">
                <a:latin typeface="Times New Roman"/>
                <a:cs typeface="Times New Roman"/>
              </a:rPr>
              <a:t>Bar</a:t>
            </a:r>
            <a:r>
              <a:rPr dirty="0" sz="2500" spc="-80" b="1">
                <a:latin typeface="Times New Roman"/>
                <a:cs typeface="Times New Roman"/>
              </a:rPr>
              <a:t> </a:t>
            </a:r>
            <a:r>
              <a:rPr dirty="0" sz="2500" spc="-20" b="1">
                <a:latin typeface="Times New Roman"/>
                <a:cs typeface="Times New Roman"/>
              </a:rPr>
              <a:t>ChartAverage</a:t>
            </a:r>
            <a:r>
              <a:rPr dirty="0" sz="2500" spc="-3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delay</a:t>
            </a:r>
            <a:r>
              <a:rPr dirty="0" sz="2500" spc="-3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by</a:t>
            </a:r>
            <a:r>
              <a:rPr dirty="0" sz="2500" spc="-35" b="1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Times New Roman"/>
                <a:cs typeface="Times New Roman"/>
              </a:rPr>
              <a:t>airline</a:t>
            </a:r>
            <a:endParaRPr sz="2500">
              <a:latin typeface="Times New Roman"/>
              <a:cs typeface="Times New Roman"/>
            </a:endParaRPr>
          </a:p>
          <a:p>
            <a:pPr marL="1012190" indent="-269875">
              <a:lnSpc>
                <a:spcPct val="100000"/>
              </a:lnSpc>
              <a:spcBef>
                <a:spcPts val="450"/>
              </a:spcBef>
              <a:buFont typeface="Times New Roman"/>
              <a:buAutoNum type="alphaLcPeriod"/>
              <a:tabLst>
                <a:tab pos="1012190" algn="l"/>
              </a:tabLst>
            </a:pPr>
            <a:r>
              <a:rPr dirty="0" sz="2500" b="1">
                <a:latin typeface="Times New Roman"/>
                <a:cs typeface="Times New Roman"/>
              </a:rPr>
              <a:t>Line</a:t>
            </a:r>
            <a:r>
              <a:rPr dirty="0" sz="2500" spc="-7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ChartDelay</a:t>
            </a:r>
            <a:r>
              <a:rPr dirty="0" sz="2500" spc="-6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trends</a:t>
            </a:r>
            <a:r>
              <a:rPr dirty="0" sz="2500" spc="-7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over</a:t>
            </a:r>
            <a:r>
              <a:rPr dirty="0" sz="2500" spc="-105" b="1">
                <a:latin typeface="Times New Roman"/>
                <a:cs typeface="Times New Roman"/>
              </a:rPr>
              <a:t> </a:t>
            </a:r>
            <a:r>
              <a:rPr dirty="0" sz="2500" spc="-20" b="1">
                <a:latin typeface="Times New Roman"/>
                <a:cs typeface="Times New Roman"/>
              </a:rPr>
              <a:t>time</a:t>
            </a:r>
            <a:endParaRPr sz="2500">
              <a:latin typeface="Times New Roman"/>
              <a:cs typeface="Times New Roman"/>
            </a:endParaRPr>
          </a:p>
          <a:p>
            <a:pPr marL="1011555" indent="-251460">
              <a:lnSpc>
                <a:spcPct val="100000"/>
              </a:lnSpc>
              <a:spcBef>
                <a:spcPts val="450"/>
              </a:spcBef>
              <a:buFont typeface="Times New Roman"/>
              <a:buAutoNum type="alphaLcPeriod"/>
              <a:tabLst>
                <a:tab pos="1011555" algn="l"/>
              </a:tabLst>
            </a:pPr>
            <a:r>
              <a:rPr dirty="0" sz="2500" b="1">
                <a:latin typeface="Times New Roman"/>
                <a:cs typeface="Times New Roman"/>
              </a:rPr>
              <a:t>Grouped</a:t>
            </a:r>
            <a:r>
              <a:rPr dirty="0" sz="2500" spc="-5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Bar</a:t>
            </a:r>
            <a:r>
              <a:rPr dirty="0" sz="2500" spc="-8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ChartDelay</a:t>
            </a:r>
            <a:r>
              <a:rPr dirty="0" sz="2500" spc="-4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by</a:t>
            </a:r>
            <a:r>
              <a:rPr dirty="0" sz="2500" spc="-4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day</a:t>
            </a:r>
            <a:r>
              <a:rPr dirty="0" sz="2500" spc="-4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of</a:t>
            </a:r>
            <a:r>
              <a:rPr dirty="0" sz="2500" spc="-45" b="1">
                <a:latin typeface="Times New Roman"/>
                <a:cs typeface="Times New Roman"/>
              </a:rPr>
              <a:t> </a:t>
            </a:r>
            <a:r>
              <a:rPr dirty="0" sz="2500" spc="-20" b="1">
                <a:latin typeface="Times New Roman"/>
                <a:cs typeface="Times New Roman"/>
              </a:rPr>
              <a:t>week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5715730" y="0"/>
            <a:ext cx="2571750" cy="10287000"/>
          </a:xfrm>
          <a:custGeom>
            <a:avLst/>
            <a:gdLst/>
            <a:ahLst/>
            <a:cxnLst/>
            <a:rect l="l" t="t" r="r" b="b"/>
            <a:pathLst>
              <a:path w="2571750" h="10287000">
                <a:moveTo>
                  <a:pt x="257174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2571749" y="0"/>
                </a:lnTo>
                <a:lnTo>
                  <a:pt x="2571749" y="10286999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0259" y="6913120"/>
            <a:ext cx="95250" cy="9524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0259" y="7370320"/>
            <a:ext cx="95250" cy="95249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2722759" y="6194922"/>
            <a:ext cx="8559800" cy="27686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600" b="1">
                <a:latin typeface="Times New Roman"/>
                <a:cs typeface="Times New Roman"/>
              </a:rPr>
              <a:t>Milestone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3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(Advanced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Insights)</a:t>
            </a:r>
            <a:endParaRPr sz="2600">
              <a:latin typeface="Times New Roman"/>
              <a:cs typeface="Times New Roman"/>
            </a:endParaRPr>
          </a:p>
          <a:p>
            <a:pPr marL="573405" marR="2586990">
              <a:lnSpc>
                <a:spcPct val="115399"/>
              </a:lnSpc>
            </a:pPr>
            <a:r>
              <a:rPr dirty="0" sz="2600" b="1">
                <a:latin typeface="Times New Roman"/>
                <a:cs typeface="Times New Roman"/>
              </a:rPr>
              <a:t>Focus: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Insights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+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Feature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Engineering Visualizations:</a:t>
            </a:r>
            <a:endParaRPr sz="2600">
              <a:latin typeface="Times New Roman"/>
              <a:cs typeface="Times New Roman"/>
            </a:endParaRPr>
          </a:p>
          <a:p>
            <a:pPr marL="1134110" indent="-260985">
              <a:lnSpc>
                <a:spcPct val="100000"/>
              </a:lnSpc>
              <a:spcBef>
                <a:spcPts val="480"/>
              </a:spcBef>
              <a:buFont typeface="Times New Roman"/>
              <a:buAutoNum type="alphaLcPeriod"/>
              <a:tabLst>
                <a:tab pos="1134110" algn="l"/>
              </a:tabLst>
            </a:pPr>
            <a:r>
              <a:rPr dirty="0" sz="2600" b="1">
                <a:latin typeface="Times New Roman"/>
                <a:cs typeface="Times New Roman"/>
              </a:rPr>
              <a:t>HeatmapDelay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probability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(day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vs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time)</a:t>
            </a:r>
            <a:endParaRPr sz="2600">
              <a:latin typeface="Times New Roman"/>
              <a:cs typeface="Times New Roman"/>
            </a:endParaRPr>
          </a:p>
          <a:p>
            <a:pPr marL="1134110" indent="-279400">
              <a:lnSpc>
                <a:spcPct val="100000"/>
              </a:lnSpc>
              <a:spcBef>
                <a:spcPts val="480"/>
              </a:spcBef>
              <a:buFont typeface="Times New Roman"/>
              <a:buAutoNum type="alphaLcPeriod"/>
              <a:tabLst>
                <a:tab pos="1134110" algn="l"/>
              </a:tabLst>
            </a:pPr>
            <a:r>
              <a:rPr dirty="0" sz="2600" b="1">
                <a:latin typeface="Times New Roman"/>
                <a:cs typeface="Times New Roman"/>
              </a:rPr>
              <a:t>Scatter</a:t>
            </a:r>
            <a:r>
              <a:rPr dirty="0" sz="2600" spc="-10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PlotDistance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vs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delay</a:t>
            </a:r>
            <a:endParaRPr sz="2600">
              <a:latin typeface="Times New Roman"/>
              <a:cs typeface="Times New Roman"/>
            </a:endParaRPr>
          </a:p>
          <a:p>
            <a:pPr marL="1134110" indent="-260985">
              <a:lnSpc>
                <a:spcPct val="100000"/>
              </a:lnSpc>
              <a:spcBef>
                <a:spcPts val="480"/>
              </a:spcBef>
              <a:buFont typeface="Times New Roman"/>
              <a:buAutoNum type="alphaLcPeriod"/>
              <a:tabLst>
                <a:tab pos="1134110" algn="l"/>
              </a:tabLst>
            </a:pPr>
            <a:r>
              <a:rPr dirty="0" sz="2600" b="1">
                <a:latin typeface="Times New Roman"/>
                <a:cs typeface="Times New Roman"/>
              </a:rPr>
              <a:t>Correlation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HeatmapRelationship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between</a:t>
            </a:r>
            <a:r>
              <a:rPr dirty="0" sz="2600" spc="-7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variables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3355" y="6907989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8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77740" y="331574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65065" y="343010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77740" y="1982347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65065" y="209671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77740" y="398337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65065" y="409773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77740" y="264811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65065" y="2762474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7740" y="531863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65065" y="543299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77740" y="465100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65065" y="4765366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77740" y="598626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165065" y="610062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77740" y="7760844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6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65065" y="7875208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7585087" y="3220972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95" y="0"/>
                </a:moveTo>
                <a:lnTo>
                  <a:pt x="0" y="231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7170724" y="4744770"/>
            <a:ext cx="1117600" cy="3896360"/>
          </a:xfrm>
          <a:custGeom>
            <a:avLst/>
            <a:gdLst/>
            <a:ahLst/>
            <a:cxnLst/>
            <a:rect l="l" t="t" r="r" b="b"/>
            <a:pathLst>
              <a:path w="1117600" h="3896359">
                <a:moveTo>
                  <a:pt x="29593" y="0"/>
                </a:moveTo>
                <a:lnTo>
                  <a:pt x="29550" y="431"/>
                </a:lnTo>
              </a:path>
              <a:path w="1117600" h="3896359">
                <a:moveTo>
                  <a:pt x="3296" y="380852"/>
                </a:moveTo>
                <a:lnTo>
                  <a:pt x="1911" y="428948"/>
                </a:lnTo>
                <a:lnTo>
                  <a:pt x="900" y="477145"/>
                </a:lnTo>
                <a:lnTo>
                  <a:pt x="261" y="525443"/>
                </a:lnTo>
                <a:lnTo>
                  <a:pt x="0" y="573840"/>
                </a:lnTo>
                <a:lnTo>
                  <a:pt x="34" y="584629"/>
                </a:lnTo>
                <a:lnTo>
                  <a:pt x="151" y="622237"/>
                </a:lnTo>
                <a:lnTo>
                  <a:pt x="157" y="622729"/>
                </a:lnTo>
                <a:lnTo>
                  <a:pt x="741" y="670537"/>
                </a:lnTo>
                <a:lnTo>
                  <a:pt x="807" y="673529"/>
                </a:lnTo>
                <a:lnTo>
                  <a:pt x="1705" y="718736"/>
                </a:lnTo>
                <a:lnTo>
                  <a:pt x="1887" y="724327"/>
                </a:lnTo>
                <a:lnTo>
                  <a:pt x="3268" y="766829"/>
                </a:lnTo>
                <a:lnTo>
                  <a:pt x="5131" y="814819"/>
                </a:lnTo>
                <a:lnTo>
                  <a:pt x="7324" y="862709"/>
                </a:lnTo>
                <a:lnTo>
                  <a:pt x="10083" y="910481"/>
                </a:lnTo>
                <a:lnTo>
                  <a:pt x="13168" y="958148"/>
                </a:lnTo>
                <a:lnTo>
                  <a:pt x="16658" y="1005704"/>
                </a:lnTo>
                <a:lnTo>
                  <a:pt x="20550" y="1053147"/>
                </a:lnTo>
                <a:lnTo>
                  <a:pt x="20675" y="1054518"/>
                </a:lnTo>
                <a:lnTo>
                  <a:pt x="24843" y="1100475"/>
                </a:lnTo>
                <a:lnTo>
                  <a:pt x="29536" y="1147687"/>
                </a:lnTo>
                <a:lnTo>
                  <a:pt x="34625" y="1194781"/>
                </a:lnTo>
                <a:lnTo>
                  <a:pt x="40110" y="1241756"/>
                </a:lnTo>
                <a:lnTo>
                  <a:pt x="45989" y="1288609"/>
                </a:lnTo>
                <a:lnTo>
                  <a:pt x="52261" y="1335338"/>
                </a:lnTo>
                <a:lnTo>
                  <a:pt x="58923" y="1381943"/>
                </a:lnTo>
                <a:lnTo>
                  <a:pt x="65973" y="1428422"/>
                </a:lnTo>
                <a:lnTo>
                  <a:pt x="73411" y="1474772"/>
                </a:lnTo>
                <a:lnTo>
                  <a:pt x="81235" y="1520992"/>
                </a:lnTo>
                <a:lnTo>
                  <a:pt x="89442" y="1567081"/>
                </a:lnTo>
                <a:lnTo>
                  <a:pt x="97968" y="1613050"/>
                </a:lnTo>
                <a:lnTo>
                  <a:pt x="107000" y="1658856"/>
                </a:lnTo>
                <a:lnTo>
                  <a:pt x="116348" y="1704539"/>
                </a:lnTo>
                <a:lnTo>
                  <a:pt x="126073" y="1750084"/>
                </a:lnTo>
                <a:lnTo>
                  <a:pt x="136174" y="1795489"/>
                </a:lnTo>
                <a:lnTo>
                  <a:pt x="146648" y="1840752"/>
                </a:lnTo>
                <a:lnTo>
                  <a:pt x="157493" y="1885871"/>
                </a:lnTo>
                <a:lnTo>
                  <a:pt x="168709" y="1930845"/>
                </a:lnTo>
                <a:lnTo>
                  <a:pt x="180293" y="1975672"/>
                </a:lnTo>
                <a:lnTo>
                  <a:pt x="192244" y="2020351"/>
                </a:lnTo>
                <a:lnTo>
                  <a:pt x="204560" y="2064879"/>
                </a:lnTo>
                <a:lnTo>
                  <a:pt x="217239" y="2109255"/>
                </a:lnTo>
                <a:lnTo>
                  <a:pt x="230280" y="2153477"/>
                </a:lnTo>
                <a:lnTo>
                  <a:pt x="243680" y="2197543"/>
                </a:lnTo>
                <a:lnTo>
                  <a:pt x="257439" y="2241453"/>
                </a:lnTo>
                <a:lnTo>
                  <a:pt x="271555" y="2285203"/>
                </a:lnTo>
                <a:lnTo>
                  <a:pt x="286025" y="2328793"/>
                </a:lnTo>
                <a:lnTo>
                  <a:pt x="300848" y="2372221"/>
                </a:lnTo>
                <a:lnTo>
                  <a:pt x="316023" y="2415484"/>
                </a:lnTo>
                <a:lnTo>
                  <a:pt x="331547" y="2458582"/>
                </a:lnTo>
                <a:lnTo>
                  <a:pt x="347419" y="2501512"/>
                </a:lnTo>
                <a:lnTo>
                  <a:pt x="363638" y="2544274"/>
                </a:lnTo>
                <a:lnTo>
                  <a:pt x="380201" y="2586864"/>
                </a:lnTo>
                <a:lnTo>
                  <a:pt x="397089" y="2629290"/>
                </a:lnTo>
                <a:lnTo>
                  <a:pt x="414354" y="2671526"/>
                </a:lnTo>
                <a:lnTo>
                  <a:pt x="431940" y="2713594"/>
                </a:lnTo>
                <a:lnTo>
                  <a:pt x="449865" y="2755484"/>
                </a:lnTo>
                <a:lnTo>
                  <a:pt x="468125" y="2797195"/>
                </a:lnTo>
                <a:lnTo>
                  <a:pt x="486720" y="2838724"/>
                </a:lnTo>
                <a:lnTo>
                  <a:pt x="505647" y="2880071"/>
                </a:lnTo>
                <a:lnTo>
                  <a:pt x="524827" y="2921274"/>
                </a:lnTo>
                <a:lnTo>
                  <a:pt x="544493" y="2962210"/>
                </a:lnTo>
                <a:lnTo>
                  <a:pt x="564408" y="3002999"/>
                </a:lnTo>
                <a:lnTo>
                  <a:pt x="584649" y="3043598"/>
                </a:lnTo>
                <a:lnTo>
                  <a:pt x="605214" y="3084005"/>
                </a:lnTo>
                <a:lnTo>
                  <a:pt x="626101" y="3124220"/>
                </a:lnTo>
                <a:lnTo>
                  <a:pt x="647309" y="3164240"/>
                </a:lnTo>
                <a:lnTo>
                  <a:pt x="668837" y="3204064"/>
                </a:lnTo>
                <a:lnTo>
                  <a:pt x="690681" y="3243689"/>
                </a:lnTo>
                <a:lnTo>
                  <a:pt x="712841" y="3283115"/>
                </a:lnTo>
                <a:lnTo>
                  <a:pt x="735315" y="3322339"/>
                </a:lnTo>
                <a:lnTo>
                  <a:pt x="758101" y="3361361"/>
                </a:lnTo>
                <a:lnTo>
                  <a:pt x="781198" y="3400177"/>
                </a:lnTo>
                <a:lnTo>
                  <a:pt x="804604" y="3438786"/>
                </a:lnTo>
                <a:lnTo>
                  <a:pt x="828316" y="3477188"/>
                </a:lnTo>
                <a:lnTo>
                  <a:pt x="852334" y="3515379"/>
                </a:lnTo>
                <a:lnTo>
                  <a:pt x="876656" y="3553359"/>
                </a:lnTo>
                <a:lnTo>
                  <a:pt x="901279" y="3591125"/>
                </a:lnTo>
                <a:lnTo>
                  <a:pt x="926203" y="3628676"/>
                </a:lnTo>
                <a:lnTo>
                  <a:pt x="951426" y="3666010"/>
                </a:lnTo>
                <a:lnTo>
                  <a:pt x="976945" y="3703126"/>
                </a:lnTo>
                <a:lnTo>
                  <a:pt x="1002760" y="3740022"/>
                </a:lnTo>
                <a:lnTo>
                  <a:pt x="1028868" y="3776695"/>
                </a:lnTo>
                <a:lnTo>
                  <a:pt x="1055268" y="3813145"/>
                </a:lnTo>
                <a:lnTo>
                  <a:pt x="1081958" y="3849370"/>
                </a:lnTo>
                <a:lnTo>
                  <a:pt x="1108936" y="3885367"/>
                </a:lnTo>
                <a:lnTo>
                  <a:pt x="1117274" y="3896306"/>
                </a:lnTo>
              </a:path>
            </a:pathLst>
          </a:custGeom>
          <a:ln w="102869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3717" y="2876791"/>
            <a:ext cx="76200" cy="76199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7105" y="3224453"/>
            <a:ext cx="85725" cy="8572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7105" y="3576878"/>
            <a:ext cx="85725" cy="85724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3681467" y="2324329"/>
            <a:ext cx="3311525" cy="1435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3865" marR="5080" indent="-431800">
              <a:lnSpc>
                <a:spcPct val="115599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1.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Interactive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Filtering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System </a:t>
            </a:r>
            <a:r>
              <a:rPr dirty="0" sz="2000" b="1">
                <a:latin typeface="Times New Roman"/>
                <a:cs typeface="Times New Roman"/>
              </a:rPr>
              <a:t>Users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select:</a:t>
            </a:r>
            <a:endParaRPr sz="2000">
              <a:latin typeface="Times New Roman"/>
              <a:cs typeface="Times New Roman"/>
            </a:endParaRPr>
          </a:p>
          <a:p>
            <a:pPr marL="875665">
              <a:lnSpc>
                <a:spcPct val="100000"/>
              </a:lnSpc>
              <a:spcBef>
                <a:spcPts val="375"/>
              </a:spcBef>
            </a:pPr>
            <a:r>
              <a:rPr dirty="0" sz="2000" spc="-10" b="1">
                <a:latin typeface="Times New Roman"/>
                <a:cs typeface="Times New Roman"/>
              </a:rPr>
              <a:t>Airlines</a:t>
            </a:r>
            <a:endParaRPr sz="2000">
              <a:latin typeface="Times New Roman"/>
              <a:cs typeface="Times New Roman"/>
            </a:endParaRPr>
          </a:p>
          <a:p>
            <a:pPr marL="875665">
              <a:lnSpc>
                <a:spcPct val="100000"/>
              </a:lnSpc>
              <a:spcBef>
                <a:spcPts val="375"/>
              </a:spcBef>
            </a:pPr>
            <a:r>
              <a:rPr dirty="0" sz="2000" b="1">
                <a:latin typeface="Times New Roman"/>
                <a:cs typeface="Times New Roman"/>
              </a:rPr>
              <a:t>Origin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airports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3717" y="3934066"/>
            <a:ext cx="76200" cy="7619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3717" y="4991341"/>
            <a:ext cx="76200" cy="76199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3681467" y="3734028"/>
            <a:ext cx="5466715" cy="566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3865" marR="5080">
              <a:lnSpc>
                <a:spcPct val="115599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Dashboard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updates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only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when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Apply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button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is </a:t>
            </a:r>
            <a:r>
              <a:rPr dirty="0" sz="2000" spc="-10" b="1">
                <a:latin typeface="Times New Roman"/>
                <a:cs typeface="Times New Roman"/>
              </a:rPr>
              <a:t>clicked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 spc="-10" b="1">
                <a:latin typeface="Times New Roman"/>
                <a:cs typeface="Times New Roman"/>
              </a:rPr>
              <a:t>Purpose:</a:t>
            </a:r>
            <a:endParaRPr sz="2000">
              <a:latin typeface="Times New Roman"/>
              <a:cs typeface="Times New Roman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 b="1">
                <a:latin typeface="Times New Roman"/>
                <a:cs typeface="Times New Roman"/>
              </a:rPr>
              <a:t>Allows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custom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analysis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based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user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choice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375"/>
              </a:spcBef>
            </a:pPr>
            <a:r>
              <a:rPr dirty="0" sz="2000" b="1">
                <a:latin typeface="Times New Roman"/>
                <a:cs typeface="Times New Roman"/>
              </a:rPr>
              <a:t>2.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spc="-40" b="1">
                <a:latin typeface="Times New Roman"/>
                <a:cs typeface="Times New Roman"/>
              </a:rPr>
              <a:t>Two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Main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Views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(Very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Important)</a:t>
            </a:r>
            <a:endParaRPr sz="2000">
              <a:latin typeface="Times New Roman"/>
              <a:cs typeface="Times New Roman"/>
            </a:endParaRPr>
          </a:p>
          <a:p>
            <a:pPr marL="710565" marR="2082164" indent="-482600">
              <a:lnSpc>
                <a:spcPct val="115599"/>
              </a:lnSpc>
              <a:tabLst>
                <a:tab pos="570865" algn="l"/>
              </a:tabLst>
            </a:pPr>
            <a:r>
              <a:rPr dirty="0" sz="2000" spc="-25">
                <a:latin typeface="Times New Roman"/>
                <a:cs typeface="Times New Roman"/>
              </a:rPr>
              <a:t>1.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Times New Roman"/>
                <a:cs typeface="Times New Roman"/>
              </a:rPr>
              <a:t>Passenger</a:t>
            </a:r>
            <a:r>
              <a:rPr dirty="0" sz="2000" spc="-1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Assistant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View </a:t>
            </a:r>
            <a:r>
              <a:rPr dirty="0" sz="2000" b="1">
                <a:latin typeface="Times New Roman"/>
                <a:cs typeface="Times New Roman"/>
              </a:rPr>
              <a:t>Focus: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Helping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travelers Shows:</a:t>
            </a:r>
            <a:endParaRPr sz="2000">
              <a:latin typeface="Times New Roman"/>
              <a:cs typeface="Times New Roman"/>
            </a:endParaRPr>
          </a:p>
          <a:p>
            <a:pPr marL="901065" marR="1292225">
              <a:lnSpc>
                <a:spcPct val="115599"/>
              </a:lnSpc>
            </a:pPr>
            <a:r>
              <a:rPr dirty="0" sz="2000" spc="-10" b="1">
                <a:latin typeface="Times New Roman"/>
                <a:cs typeface="Times New Roman"/>
              </a:rPr>
              <a:t>Recommended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Time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Travel On-</a:t>
            </a:r>
            <a:r>
              <a:rPr dirty="0" sz="2000" b="1">
                <a:latin typeface="Times New Roman"/>
                <a:cs typeface="Times New Roman"/>
              </a:rPr>
              <a:t>time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Probability</a:t>
            </a:r>
            <a:endParaRPr sz="2000">
              <a:latin typeface="Times New Roman"/>
              <a:cs typeface="Times New Roman"/>
            </a:endParaRPr>
          </a:p>
          <a:p>
            <a:pPr marL="706120" marR="2130425" indent="190500">
              <a:lnSpc>
                <a:spcPct val="115599"/>
              </a:lnSpc>
            </a:pPr>
            <a:r>
              <a:rPr dirty="0" sz="2000" spc="-25" b="1">
                <a:latin typeface="Times New Roman"/>
                <a:cs typeface="Times New Roman"/>
              </a:rPr>
              <a:t>Total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Flights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Analyzed Visuals:</a:t>
            </a:r>
            <a:endParaRPr sz="2000">
              <a:latin typeface="Times New Roman"/>
              <a:cs typeface="Times New Roman"/>
            </a:endParaRPr>
          </a:p>
          <a:p>
            <a:pPr marL="837565">
              <a:lnSpc>
                <a:spcPct val="100000"/>
              </a:lnSpc>
              <a:spcBef>
                <a:spcPts val="375"/>
              </a:spcBef>
            </a:pPr>
            <a:r>
              <a:rPr dirty="0" sz="2000" b="1">
                <a:latin typeface="Times New Roman"/>
                <a:cs typeface="Times New Roman"/>
              </a:rPr>
              <a:t>Heatmap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→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Best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day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time</a:t>
            </a:r>
            <a:r>
              <a:rPr dirty="0" sz="2000" spc="-25" b="1">
                <a:latin typeface="Times New Roman"/>
                <a:cs typeface="Times New Roman"/>
              </a:rPr>
              <a:t> to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 spc="-10" b="1">
                <a:latin typeface="Times New Roman"/>
                <a:cs typeface="Times New Roman"/>
              </a:rPr>
              <a:t>travel</a:t>
            </a:r>
            <a:endParaRPr sz="2000">
              <a:latin typeface="Times New Roman"/>
              <a:cs typeface="Times New Roman"/>
            </a:endParaRPr>
          </a:p>
          <a:p>
            <a:pPr marL="837565">
              <a:lnSpc>
                <a:spcPct val="100000"/>
              </a:lnSpc>
              <a:spcBef>
                <a:spcPts val="375"/>
              </a:spcBef>
            </a:pPr>
            <a:r>
              <a:rPr dirty="0" sz="2000" b="1">
                <a:latin typeface="Times New Roman"/>
                <a:cs typeface="Times New Roman"/>
              </a:rPr>
              <a:t>Pie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chart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→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Delay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severity</a:t>
            </a:r>
            <a:endParaRPr sz="2000">
              <a:latin typeface="Times New Roman"/>
              <a:cs typeface="Times New Roman"/>
            </a:endParaRPr>
          </a:p>
          <a:p>
            <a:pPr marL="837565">
              <a:lnSpc>
                <a:spcPct val="100000"/>
              </a:lnSpc>
              <a:spcBef>
                <a:spcPts val="375"/>
              </a:spcBef>
            </a:pPr>
            <a:r>
              <a:rPr dirty="0" sz="2000" b="1">
                <a:latin typeface="Times New Roman"/>
                <a:cs typeface="Times New Roman"/>
              </a:rPr>
              <a:t>Bar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chart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→</a:t>
            </a:r>
            <a:r>
              <a:rPr dirty="0" sz="2000" spc="-1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Airline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performance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32130" marR="1429385" indent="-293370">
              <a:lnSpc>
                <a:spcPct val="116100"/>
              </a:lnSpc>
              <a:spcBef>
                <a:spcPts val="100"/>
              </a:spcBef>
              <a:buFont typeface="Times New Roman"/>
              <a:buAutoNum type="arabicPeriod" startAt="2"/>
              <a:tabLst>
                <a:tab pos="745490" algn="l"/>
              </a:tabLst>
            </a:pPr>
            <a:r>
              <a:rPr dirty="0" spc="-10"/>
              <a:t>Infrastructure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Policy</a:t>
            </a:r>
            <a:r>
              <a:rPr dirty="0" spc="-70"/>
              <a:t> </a:t>
            </a:r>
            <a:r>
              <a:rPr dirty="0" spc="-20"/>
              <a:t>View </a:t>
            </a:r>
            <a:r>
              <a:rPr dirty="0" spc="-20"/>
              <a:t>	</a:t>
            </a:r>
            <a:r>
              <a:rPr dirty="0"/>
              <a:t>Focus:</a:t>
            </a:r>
            <a:r>
              <a:rPr dirty="0" spc="-65"/>
              <a:t> </a:t>
            </a:r>
            <a:r>
              <a:rPr dirty="0"/>
              <a:t>Government</a:t>
            </a:r>
            <a:r>
              <a:rPr dirty="0" spc="-65"/>
              <a:t> </a:t>
            </a:r>
            <a:r>
              <a:rPr dirty="0"/>
              <a:t>/</a:t>
            </a:r>
            <a:r>
              <a:rPr dirty="0" spc="-60"/>
              <a:t> </a:t>
            </a:r>
            <a:r>
              <a:rPr dirty="0" spc="-10"/>
              <a:t>planners</a:t>
            </a:r>
          </a:p>
          <a:p>
            <a:pPr marL="412115">
              <a:lnSpc>
                <a:spcPct val="100000"/>
              </a:lnSpc>
              <a:spcBef>
                <a:spcPts val="405"/>
              </a:spcBef>
            </a:pPr>
            <a:r>
              <a:rPr dirty="0" spc="-10"/>
              <a:t>Shows:</a:t>
            </a:r>
          </a:p>
          <a:p>
            <a:pPr marL="612140" marR="3049905" indent="-5080">
              <a:lnSpc>
                <a:spcPct val="116100"/>
              </a:lnSpc>
            </a:pPr>
            <a:r>
              <a:rPr dirty="0" spc="-25"/>
              <a:t>Total</a:t>
            </a:r>
            <a:r>
              <a:rPr dirty="0" spc="-75"/>
              <a:t> </a:t>
            </a:r>
            <a:r>
              <a:rPr dirty="0"/>
              <a:t>delay</a:t>
            </a:r>
            <a:r>
              <a:rPr dirty="0" spc="-70"/>
              <a:t> </a:t>
            </a:r>
            <a:r>
              <a:rPr dirty="0" spc="-10"/>
              <a:t>hours </a:t>
            </a:r>
            <a:r>
              <a:rPr dirty="0"/>
              <a:t>Economic</a:t>
            </a:r>
            <a:r>
              <a:rPr dirty="0" spc="-85"/>
              <a:t> </a:t>
            </a:r>
            <a:r>
              <a:rPr dirty="0" spc="-20"/>
              <a:t>loss </a:t>
            </a:r>
            <a:r>
              <a:rPr dirty="0"/>
              <a:t>Fuel</a:t>
            </a:r>
            <a:r>
              <a:rPr dirty="0" spc="-50"/>
              <a:t> </a:t>
            </a:r>
            <a:r>
              <a:rPr dirty="0" spc="-20"/>
              <a:t>waste</a:t>
            </a:r>
          </a:p>
          <a:p>
            <a:pPr marL="407670">
              <a:lnSpc>
                <a:spcPct val="100000"/>
              </a:lnSpc>
              <a:spcBef>
                <a:spcPts val="400"/>
              </a:spcBef>
            </a:pPr>
            <a:r>
              <a:rPr dirty="0" spc="-10"/>
              <a:t>Visuals:</a:t>
            </a:r>
          </a:p>
          <a:p>
            <a:pPr marL="612140" marR="735965">
              <a:lnSpc>
                <a:spcPct val="116100"/>
              </a:lnSpc>
            </a:pPr>
            <a:r>
              <a:rPr dirty="0"/>
              <a:t>Scatter</a:t>
            </a:r>
            <a:r>
              <a:rPr dirty="0" spc="-70"/>
              <a:t> </a:t>
            </a:r>
            <a:r>
              <a:rPr dirty="0"/>
              <a:t>plot</a:t>
            </a:r>
            <a:r>
              <a:rPr dirty="0" spc="-40"/>
              <a:t> </a:t>
            </a:r>
            <a:r>
              <a:rPr dirty="0"/>
              <a:t>→</a:t>
            </a:r>
            <a:r>
              <a:rPr dirty="0" spc="-35"/>
              <a:t> </a:t>
            </a:r>
            <a:r>
              <a:rPr dirty="0"/>
              <a:t>Busy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delayed</a:t>
            </a:r>
            <a:r>
              <a:rPr dirty="0" spc="-35"/>
              <a:t> </a:t>
            </a:r>
            <a:r>
              <a:rPr dirty="0" spc="-10"/>
              <a:t>routes </a:t>
            </a:r>
            <a:r>
              <a:rPr dirty="0"/>
              <a:t>Bar</a:t>
            </a:r>
            <a:r>
              <a:rPr dirty="0" spc="-65"/>
              <a:t> </a:t>
            </a:r>
            <a:r>
              <a:rPr dirty="0"/>
              <a:t>chart</a:t>
            </a:r>
            <a:r>
              <a:rPr dirty="0" spc="-30"/>
              <a:t> </a:t>
            </a:r>
            <a:r>
              <a:rPr dirty="0"/>
              <a:t>→</a:t>
            </a:r>
            <a:r>
              <a:rPr dirty="0" spc="-30"/>
              <a:t> </a:t>
            </a:r>
            <a:r>
              <a:rPr dirty="0"/>
              <a:t>Delay</a:t>
            </a:r>
            <a:r>
              <a:rPr dirty="0" spc="-35"/>
              <a:t> </a:t>
            </a:r>
            <a:r>
              <a:rPr dirty="0" spc="-10"/>
              <a:t>causes</a:t>
            </a:r>
          </a:p>
          <a:p>
            <a:pPr marL="412115">
              <a:lnSpc>
                <a:spcPct val="100000"/>
              </a:lnSpc>
              <a:spcBef>
                <a:spcPts val="405"/>
              </a:spcBef>
            </a:pPr>
            <a:r>
              <a:rPr dirty="0" spc="-10"/>
              <a:t>Meaning:</a:t>
            </a:r>
          </a:p>
          <a:p>
            <a:pPr marL="545465">
              <a:lnSpc>
                <a:spcPct val="100000"/>
              </a:lnSpc>
              <a:spcBef>
                <a:spcPts val="405"/>
              </a:spcBef>
            </a:pPr>
            <a:r>
              <a:rPr dirty="0"/>
              <a:t>Helps</a:t>
            </a:r>
            <a:r>
              <a:rPr dirty="0" spc="-65"/>
              <a:t> </a:t>
            </a:r>
            <a:r>
              <a:rPr dirty="0"/>
              <a:t>improve</a:t>
            </a:r>
            <a:r>
              <a:rPr dirty="0" spc="-65"/>
              <a:t> </a:t>
            </a:r>
            <a:r>
              <a:rPr dirty="0"/>
              <a:t>transport</a:t>
            </a:r>
            <a:r>
              <a:rPr dirty="0" spc="-65"/>
              <a:t> </a:t>
            </a:r>
            <a:r>
              <a:rPr dirty="0"/>
              <a:t>planning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 spc="-10"/>
              <a:t>policies</a:t>
            </a:r>
          </a:p>
          <a:p>
            <a:pPr marL="277495" marR="1985010" indent="-265430">
              <a:lnSpc>
                <a:spcPct val="116100"/>
              </a:lnSpc>
              <a:buAutoNum type="arabicPeriod" startAt="3"/>
              <a:tabLst>
                <a:tab pos="469265" algn="l"/>
              </a:tabLst>
            </a:pPr>
            <a:r>
              <a:rPr dirty="0"/>
              <a:t>KPI</a:t>
            </a:r>
            <a:r>
              <a:rPr dirty="0" spc="-65"/>
              <a:t> </a:t>
            </a:r>
            <a:r>
              <a:rPr dirty="0"/>
              <a:t>Metrics</a:t>
            </a:r>
            <a:r>
              <a:rPr dirty="0" spc="-65"/>
              <a:t> </a:t>
            </a:r>
            <a:r>
              <a:rPr dirty="0"/>
              <a:t>(Key</a:t>
            </a:r>
            <a:r>
              <a:rPr dirty="0" spc="-65"/>
              <a:t> </a:t>
            </a:r>
            <a:r>
              <a:rPr dirty="0" spc="-10"/>
              <a:t>Highlights) </a:t>
            </a:r>
            <a:r>
              <a:rPr dirty="0" spc="-10"/>
              <a:t>	</a:t>
            </a:r>
            <a:r>
              <a:rPr dirty="0" spc="-60"/>
              <a:t>Your</a:t>
            </a:r>
            <a:r>
              <a:rPr dirty="0" spc="-75"/>
              <a:t> </a:t>
            </a:r>
            <a:r>
              <a:rPr dirty="0"/>
              <a:t>dashboard</a:t>
            </a:r>
            <a:r>
              <a:rPr dirty="0" spc="-35"/>
              <a:t> </a:t>
            </a:r>
            <a:r>
              <a:rPr dirty="0" spc="-10"/>
              <a:t>calculates:</a:t>
            </a:r>
          </a:p>
          <a:p>
            <a:pPr marL="678815" marR="2607310">
              <a:lnSpc>
                <a:spcPct val="116100"/>
              </a:lnSpc>
            </a:pPr>
            <a:r>
              <a:rPr dirty="0"/>
              <a:t>Delay</a:t>
            </a:r>
            <a:r>
              <a:rPr dirty="0" spc="-45"/>
              <a:t> </a:t>
            </a:r>
            <a:r>
              <a:rPr dirty="0" spc="-10"/>
              <a:t>probability </a:t>
            </a:r>
            <a:r>
              <a:rPr dirty="0"/>
              <a:t>Economic</a:t>
            </a:r>
            <a:r>
              <a:rPr dirty="0" spc="-85"/>
              <a:t> </a:t>
            </a:r>
            <a:r>
              <a:rPr dirty="0" spc="-10"/>
              <a:t>impact </a:t>
            </a:r>
            <a:r>
              <a:rPr dirty="0"/>
              <a:t>System</a:t>
            </a:r>
            <a:r>
              <a:rPr dirty="0" spc="-65"/>
              <a:t> </a:t>
            </a:r>
            <a:r>
              <a:rPr dirty="0" spc="-10"/>
              <a:t>performance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/>
              <a:t>These</a:t>
            </a:r>
            <a:r>
              <a:rPr dirty="0" spc="-55"/>
              <a:t> </a:t>
            </a:r>
            <a:r>
              <a:rPr dirty="0"/>
              <a:t>are</a:t>
            </a:r>
            <a:r>
              <a:rPr dirty="0" spc="-55"/>
              <a:t> </a:t>
            </a:r>
            <a:r>
              <a:rPr dirty="0" spc="-10"/>
              <a:t>decision-</a:t>
            </a:r>
            <a:r>
              <a:rPr dirty="0"/>
              <a:t>making</a:t>
            </a:r>
            <a:r>
              <a:rPr dirty="0" spc="-50"/>
              <a:t> </a:t>
            </a:r>
            <a:r>
              <a:rPr dirty="0" spc="-10"/>
              <a:t>indicators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7752753" y="1137194"/>
            <a:ext cx="4244975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0"/>
              <a:t>DASHBOARD</a:t>
            </a:r>
            <a:endParaRPr sz="5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5587" y="732152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1" y="992463"/>
                </a:moveTo>
                <a:lnTo>
                  <a:pt x="448441" y="990191"/>
                </a:lnTo>
                <a:lnTo>
                  <a:pt x="401936" y="983515"/>
                </a:lnTo>
                <a:lnTo>
                  <a:pt x="356924" y="972642"/>
                </a:lnTo>
                <a:lnTo>
                  <a:pt x="313613" y="957781"/>
                </a:lnTo>
                <a:lnTo>
                  <a:pt x="272211" y="939138"/>
                </a:lnTo>
                <a:lnTo>
                  <a:pt x="232927" y="916923"/>
                </a:lnTo>
                <a:lnTo>
                  <a:pt x="195967" y="891344"/>
                </a:lnTo>
                <a:lnTo>
                  <a:pt x="161541" y="862607"/>
                </a:lnTo>
                <a:lnTo>
                  <a:pt x="129855" y="830921"/>
                </a:lnTo>
                <a:lnTo>
                  <a:pt x="101119" y="796495"/>
                </a:lnTo>
                <a:lnTo>
                  <a:pt x="75539" y="759535"/>
                </a:lnTo>
                <a:lnTo>
                  <a:pt x="53324" y="720251"/>
                </a:lnTo>
                <a:lnTo>
                  <a:pt x="34682" y="678849"/>
                </a:lnTo>
                <a:lnTo>
                  <a:pt x="19820" y="635539"/>
                </a:lnTo>
                <a:lnTo>
                  <a:pt x="8947" y="590527"/>
                </a:lnTo>
                <a:lnTo>
                  <a:pt x="2271" y="544021"/>
                </a:lnTo>
                <a:lnTo>
                  <a:pt x="0" y="496231"/>
                </a:lnTo>
                <a:lnTo>
                  <a:pt x="2271" y="448441"/>
                </a:lnTo>
                <a:lnTo>
                  <a:pt x="8947" y="401935"/>
                </a:lnTo>
                <a:lnTo>
                  <a:pt x="19820" y="356924"/>
                </a:lnTo>
                <a:lnTo>
                  <a:pt x="34682" y="313613"/>
                </a:lnTo>
                <a:lnTo>
                  <a:pt x="53324" y="272211"/>
                </a:lnTo>
                <a:lnTo>
                  <a:pt x="75539" y="232927"/>
                </a:lnTo>
                <a:lnTo>
                  <a:pt x="101119" y="195967"/>
                </a:lnTo>
                <a:lnTo>
                  <a:pt x="129855" y="161541"/>
                </a:lnTo>
                <a:lnTo>
                  <a:pt x="161541" y="129855"/>
                </a:lnTo>
                <a:lnTo>
                  <a:pt x="195967" y="101119"/>
                </a:lnTo>
                <a:lnTo>
                  <a:pt x="232927" y="75539"/>
                </a:lnTo>
                <a:lnTo>
                  <a:pt x="272211" y="53324"/>
                </a:lnTo>
                <a:lnTo>
                  <a:pt x="313613" y="34682"/>
                </a:lnTo>
                <a:lnTo>
                  <a:pt x="356924" y="19820"/>
                </a:lnTo>
                <a:lnTo>
                  <a:pt x="401936" y="8947"/>
                </a:lnTo>
                <a:lnTo>
                  <a:pt x="448441" y="2271"/>
                </a:lnTo>
                <a:lnTo>
                  <a:pt x="496231" y="0"/>
                </a:lnTo>
                <a:lnTo>
                  <a:pt x="544022" y="2271"/>
                </a:lnTo>
                <a:lnTo>
                  <a:pt x="590527" y="8947"/>
                </a:lnTo>
                <a:lnTo>
                  <a:pt x="635539" y="19820"/>
                </a:lnTo>
                <a:lnTo>
                  <a:pt x="678849" y="34682"/>
                </a:lnTo>
                <a:lnTo>
                  <a:pt x="720251" y="53324"/>
                </a:lnTo>
                <a:lnTo>
                  <a:pt x="759535" y="75539"/>
                </a:lnTo>
                <a:lnTo>
                  <a:pt x="796495" y="101119"/>
                </a:lnTo>
                <a:lnTo>
                  <a:pt x="830921" y="129855"/>
                </a:lnTo>
                <a:lnTo>
                  <a:pt x="862607" y="161541"/>
                </a:lnTo>
                <a:lnTo>
                  <a:pt x="891344" y="195967"/>
                </a:lnTo>
                <a:lnTo>
                  <a:pt x="916923" y="232927"/>
                </a:lnTo>
                <a:lnTo>
                  <a:pt x="939138" y="272211"/>
                </a:lnTo>
                <a:lnTo>
                  <a:pt x="957781" y="313613"/>
                </a:lnTo>
                <a:lnTo>
                  <a:pt x="972642" y="356924"/>
                </a:lnTo>
                <a:lnTo>
                  <a:pt x="983515" y="401935"/>
                </a:lnTo>
                <a:lnTo>
                  <a:pt x="990191" y="448441"/>
                </a:lnTo>
                <a:lnTo>
                  <a:pt x="992463" y="496231"/>
                </a:lnTo>
                <a:lnTo>
                  <a:pt x="990191" y="544021"/>
                </a:lnTo>
                <a:lnTo>
                  <a:pt x="983515" y="590527"/>
                </a:lnTo>
                <a:lnTo>
                  <a:pt x="972642" y="635539"/>
                </a:lnTo>
                <a:lnTo>
                  <a:pt x="957781" y="678849"/>
                </a:lnTo>
                <a:lnTo>
                  <a:pt x="939138" y="720251"/>
                </a:lnTo>
                <a:lnTo>
                  <a:pt x="916923" y="759535"/>
                </a:lnTo>
                <a:lnTo>
                  <a:pt x="891344" y="796495"/>
                </a:lnTo>
                <a:lnTo>
                  <a:pt x="862607" y="830921"/>
                </a:lnTo>
                <a:lnTo>
                  <a:pt x="830921" y="862607"/>
                </a:lnTo>
                <a:lnTo>
                  <a:pt x="796495" y="891344"/>
                </a:lnTo>
                <a:lnTo>
                  <a:pt x="759535" y="916923"/>
                </a:lnTo>
                <a:lnTo>
                  <a:pt x="720251" y="939138"/>
                </a:lnTo>
                <a:lnTo>
                  <a:pt x="678849" y="957781"/>
                </a:lnTo>
                <a:lnTo>
                  <a:pt x="635539" y="972642"/>
                </a:lnTo>
                <a:lnTo>
                  <a:pt x="590527" y="983515"/>
                </a:lnTo>
                <a:lnTo>
                  <a:pt x="544022" y="990191"/>
                </a:lnTo>
                <a:lnTo>
                  <a:pt x="496231" y="992463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33355" y="7575619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solidFill>
                  <a:srgbClr val="FFFEFE"/>
                </a:solidFill>
                <a:latin typeface="Times New Roman"/>
                <a:cs typeface="Times New Roman"/>
              </a:rPr>
              <a:t>9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7740" y="331574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65065" y="343010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77740" y="1982347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65065" y="2096712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77740" y="398337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65065" y="4097735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77740" y="2648112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7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1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65065" y="2762474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77740" y="531863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165065" y="543299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77740" y="465100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6" y="542925"/>
                </a:moveTo>
                <a:lnTo>
                  <a:pt x="342683" y="526662"/>
                </a:lnTo>
                <a:lnTo>
                  <a:pt x="382255" y="506555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5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3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92" y="542925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165065" y="4765366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77740" y="598626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3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6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165065" y="610062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977740" y="6653893"/>
            <a:ext cx="504825" cy="542925"/>
          </a:xfrm>
          <a:custGeom>
            <a:avLst/>
            <a:gdLst/>
            <a:ahLst/>
            <a:cxnLst/>
            <a:rect l="l" t="t" r="r" b="b"/>
            <a:pathLst>
              <a:path w="504825" h="542925">
                <a:moveTo>
                  <a:pt x="261809" y="542924"/>
                </a:moveTo>
                <a:lnTo>
                  <a:pt x="342683" y="526662"/>
                </a:lnTo>
                <a:lnTo>
                  <a:pt x="382255" y="506556"/>
                </a:lnTo>
                <a:lnTo>
                  <a:pt x="417708" y="479737"/>
                </a:lnTo>
                <a:lnTo>
                  <a:pt x="448323" y="446974"/>
                </a:lnTo>
                <a:lnTo>
                  <a:pt x="473384" y="409034"/>
                </a:lnTo>
                <a:lnTo>
                  <a:pt x="492172" y="366686"/>
                </a:lnTo>
                <a:lnTo>
                  <a:pt x="503972" y="320697"/>
                </a:lnTo>
                <a:lnTo>
                  <a:pt x="504824" y="310516"/>
                </a:lnTo>
              </a:path>
              <a:path w="504825" h="542925">
                <a:moveTo>
                  <a:pt x="504824" y="233153"/>
                </a:moveTo>
                <a:lnTo>
                  <a:pt x="492172" y="176982"/>
                </a:lnTo>
                <a:lnTo>
                  <a:pt x="473384" y="134634"/>
                </a:lnTo>
                <a:lnTo>
                  <a:pt x="448323" y="96695"/>
                </a:lnTo>
                <a:lnTo>
                  <a:pt x="417708" y="63932"/>
                </a:lnTo>
                <a:lnTo>
                  <a:pt x="382255" y="37113"/>
                </a:lnTo>
                <a:lnTo>
                  <a:pt x="342683" y="17006"/>
                </a:lnTo>
                <a:lnTo>
                  <a:pt x="299708" y="4379"/>
                </a:lnTo>
                <a:lnTo>
                  <a:pt x="254049" y="0"/>
                </a:lnTo>
                <a:lnTo>
                  <a:pt x="208389" y="4379"/>
                </a:lnTo>
                <a:lnTo>
                  <a:pt x="165415" y="17006"/>
                </a:lnTo>
                <a:lnTo>
                  <a:pt x="125843" y="37113"/>
                </a:lnTo>
                <a:lnTo>
                  <a:pt x="90390" y="63932"/>
                </a:lnTo>
                <a:lnTo>
                  <a:pt x="59775" y="96695"/>
                </a:lnTo>
                <a:lnTo>
                  <a:pt x="34714" y="134634"/>
                </a:lnTo>
                <a:lnTo>
                  <a:pt x="15925" y="176982"/>
                </a:lnTo>
                <a:lnTo>
                  <a:pt x="4126" y="222971"/>
                </a:lnTo>
                <a:lnTo>
                  <a:pt x="0" y="271831"/>
                </a:lnTo>
                <a:lnTo>
                  <a:pt x="4126" y="320697"/>
                </a:lnTo>
                <a:lnTo>
                  <a:pt x="15925" y="366686"/>
                </a:lnTo>
                <a:lnTo>
                  <a:pt x="34714" y="409034"/>
                </a:lnTo>
                <a:lnTo>
                  <a:pt x="59775" y="446974"/>
                </a:lnTo>
                <a:lnTo>
                  <a:pt x="90390" y="479737"/>
                </a:lnTo>
                <a:lnTo>
                  <a:pt x="125842" y="506555"/>
                </a:lnTo>
                <a:lnTo>
                  <a:pt x="165415" y="526662"/>
                </a:lnTo>
                <a:lnTo>
                  <a:pt x="208389" y="539289"/>
                </a:lnTo>
                <a:lnTo>
                  <a:pt x="246289" y="542924"/>
                </a:lnTo>
              </a:path>
            </a:pathLst>
          </a:custGeom>
          <a:ln w="19050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165065" y="6768257"/>
            <a:ext cx="133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81818"/>
                </a:solidFill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7200777" y="3045839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95" y="0"/>
                </a:moveTo>
                <a:lnTo>
                  <a:pt x="0" y="231"/>
                </a:lnTo>
              </a:path>
            </a:pathLst>
          </a:custGeom>
          <a:ln w="123824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6786414" y="4569636"/>
            <a:ext cx="1501775" cy="4349750"/>
          </a:xfrm>
          <a:custGeom>
            <a:avLst/>
            <a:gdLst/>
            <a:ahLst/>
            <a:cxnLst/>
            <a:rect l="l" t="t" r="r" b="b"/>
            <a:pathLst>
              <a:path w="1501775" h="4349750">
                <a:moveTo>
                  <a:pt x="29593" y="0"/>
                </a:moveTo>
                <a:lnTo>
                  <a:pt x="29550" y="431"/>
                </a:lnTo>
              </a:path>
              <a:path w="1501775" h="4349750">
                <a:moveTo>
                  <a:pt x="3296" y="380852"/>
                </a:moveTo>
                <a:lnTo>
                  <a:pt x="1911" y="428948"/>
                </a:lnTo>
                <a:lnTo>
                  <a:pt x="900" y="477145"/>
                </a:lnTo>
                <a:lnTo>
                  <a:pt x="261" y="525443"/>
                </a:lnTo>
                <a:lnTo>
                  <a:pt x="0" y="573840"/>
                </a:lnTo>
                <a:lnTo>
                  <a:pt x="34" y="584629"/>
                </a:lnTo>
                <a:lnTo>
                  <a:pt x="151" y="622237"/>
                </a:lnTo>
                <a:lnTo>
                  <a:pt x="157" y="622729"/>
                </a:lnTo>
                <a:lnTo>
                  <a:pt x="741" y="670537"/>
                </a:lnTo>
                <a:lnTo>
                  <a:pt x="807" y="673529"/>
                </a:lnTo>
                <a:lnTo>
                  <a:pt x="1705" y="718736"/>
                </a:lnTo>
                <a:lnTo>
                  <a:pt x="1887" y="724327"/>
                </a:lnTo>
                <a:lnTo>
                  <a:pt x="3268" y="766829"/>
                </a:lnTo>
                <a:lnTo>
                  <a:pt x="5131" y="814819"/>
                </a:lnTo>
                <a:lnTo>
                  <a:pt x="7324" y="862709"/>
                </a:lnTo>
                <a:lnTo>
                  <a:pt x="10083" y="910481"/>
                </a:lnTo>
                <a:lnTo>
                  <a:pt x="13168" y="958148"/>
                </a:lnTo>
                <a:lnTo>
                  <a:pt x="16658" y="1005704"/>
                </a:lnTo>
                <a:lnTo>
                  <a:pt x="20550" y="1053147"/>
                </a:lnTo>
                <a:lnTo>
                  <a:pt x="20675" y="1054518"/>
                </a:lnTo>
                <a:lnTo>
                  <a:pt x="24843" y="1100475"/>
                </a:lnTo>
                <a:lnTo>
                  <a:pt x="29536" y="1147687"/>
                </a:lnTo>
                <a:lnTo>
                  <a:pt x="34625" y="1194781"/>
                </a:lnTo>
                <a:lnTo>
                  <a:pt x="40110" y="1241756"/>
                </a:lnTo>
                <a:lnTo>
                  <a:pt x="45989" y="1288609"/>
                </a:lnTo>
                <a:lnTo>
                  <a:pt x="52261" y="1335338"/>
                </a:lnTo>
                <a:lnTo>
                  <a:pt x="58923" y="1381943"/>
                </a:lnTo>
                <a:lnTo>
                  <a:pt x="65973" y="1428422"/>
                </a:lnTo>
                <a:lnTo>
                  <a:pt x="73411" y="1474772"/>
                </a:lnTo>
                <a:lnTo>
                  <a:pt x="81235" y="1520992"/>
                </a:lnTo>
                <a:lnTo>
                  <a:pt x="89442" y="1567081"/>
                </a:lnTo>
                <a:lnTo>
                  <a:pt x="97968" y="1613050"/>
                </a:lnTo>
                <a:lnTo>
                  <a:pt x="98023" y="1613331"/>
                </a:lnTo>
                <a:lnTo>
                  <a:pt x="107000" y="1658856"/>
                </a:lnTo>
                <a:lnTo>
                  <a:pt x="116348" y="1704539"/>
                </a:lnTo>
                <a:lnTo>
                  <a:pt x="126073" y="1750084"/>
                </a:lnTo>
                <a:lnTo>
                  <a:pt x="136174" y="1795489"/>
                </a:lnTo>
                <a:lnTo>
                  <a:pt x="146648" y="1840752"/>
                </a:lnTo>
                <a:lnTo>
                  <a:pt x="157493" y="1885871"/>
                </a:lnTo>
                <a:lnTo>
                  <a:pt x="168709" y="1930845"/>
                </a:lnTo>
                <a:lnTo>
                  <a:pt x="180293" y="1975672"/>
                </a:lnTo>
                <a:lnTo>
                  <a:pt x="192244" y="2020351"/>
                </a:lnTo>
                <a:lnTo>
                  <a:pt x="204560" y="2064879"/>
                </a:lnTo>
                <a:lnTo>
                  <a:pt x="217239" y="2109255"/>
                </a:lnTo>
                <a:lnTo>
                  <a:pt x="230280" y="2153477"/>
                </a:lnTo>
                <a:lnTo>
                  <a:pt x="243680" y="2197543"/>
                </a:lnTo>
                <a:lnTo>
                  <a:pt x="257439" y="2241453"/>
                </a:lnTo>
                <a:lnTo>
                  <a:pt x="271555" y="2285203"/>
                </a:lnTo>
                <a:lnTo>
                  <a:pt x="286025" y="2328793"/>
                </a:lnTo>
                <a:lnTo>
                  <a:pt x="300848" y="2372221"/>
                </a:lnTo>
                <a:lnTo>
                  <a:pt x="316022" y="2415484"/>
                </a:lnTo>
                <a:lnTo>
                  <a:pt x="331547" y="2458582"/>
                </a:lnTo>
                <a:lnTo>
                  <a:pt x="347419" y="2501512"/>
                </a:lnTo>
                <a:lnTo>
                  <a:pt x="363638" y="2544274"/>
                </a:lnTo>
                <a:lnTo>
                  <a:pt x="380201" y="2586864"/>
                </a:lnTo>
                <a:lnTo>
                  <a:pt x="397089" y="2629290"/>
                </a:lnTo>
                <a:lnTo>
                  <a:pt x="414354" y="2671526"/>
                </a:lnTo>
                <a:lnTo>
                  <a:pt x="431940" y="2713594"/>
                </a:lnTo>
                <a:lnTo>
                  <a:pt x="449865" y="2755484"/>
                </a:lnTo>
                <a:lnTo>
                  <a:pt x="468125" y="2797195"/>
                </a:lnTo>
                <a:lnTo>
                  <a:pt x="486720" y="2838724"/>
                </a:lnTo>
                <a:lnTo>
                  <a:pt x="505647" y="2880071"/>
                </a:lnTo>
                <a:lnTo>
                  <a:pt x="524827" y="2921274"/>
                </a:lnTo>
                <a:lnTo>
                  <a:pt x="524902" y="2921431"/>
                </a:lnTo>
                <a:lnTo>
                  <a:pt x="544493" y="2962210"/>
                </a:lnTo>
                <a:lnTo>
                  <a:pt x="564408" y="3002999"/>
                </a:lnTo>
                <a:lnTo>
                  <a:pt x="584649" y="3043598"/>
                </a:lnTo>
                <a:lnTo>
                  <a:pt x="605214" y="3084005"/>
                </a:lnTo>
                <a:lnTo>
                  <a:pt x="626101" y="3124220"/>
                </a:lnTo>
                <a:lnTo>
                  <a:pt x="647309" y="3164240"/>
                </a:lnTo>
                <a:lnTo>
                  <a:pt x="668836" y="3204064"/>
                </a:lnTo>
                <a:lnTo>
                  <a:pt x="690681" y="3243689"/>
                </a:lnTo>
                <a:lnTo>
                  <a:pt x="712841" y="3283115"/>
                </a:lnTo>
                <a:lnTo>
                  <a:pt x="735315" y="3322339"/>
                </a:lnTo>
                <a:lnTo>
                  <a:pt x="758101" y="3361361"/>
                </a:lnTo>
                <a:lnTo>
                  <a:pt x="781198" y="3400177"/>
                </a:lnTo>
                <a:lnTo>
                  <a:pt x="804604" y="3438786"/>
                </a:lnTo>
                <a:lnTo>
                  <a:pt x="828316" y="3477188"/>
                </a:lnTo>
                <a:lnTo>
                  <a:pt x="852334" y="3515379"/>
                </a:lnTo>
                <a:lnTo>
                  <a:pt x="876656" y="3553359"/>
                </a:lnTo>
                <a:lnTo>
                  <a:pt x="901279" y="3591125"/>
                </a:lnTo>
                <a:lnTo>
                  <a:pt x="926203" y="3628676"/>
                </a:lnTo>
                <a:lnTo>
                  <a:pt x="951426" y="3666010"/>
                </a:lnTo>
                <a:lnTo>
                  <a:pt x="976945" y="3703126"/>
                </a:lnTo>
                <a:lnTo>
                  <a:pt x="1002760" y="3740022"/>
                </a:lnTo>
                <a:lnTo>
                  <a:pt x="1028868" y="3776695"/>
                </a:lnTo>
                <a:lnTo>
                  <a:pt x="1055268" y="3813145"/>
                </a:lnTo>
                <a:lnTo>
                  <a:pt x="1081958" y="3849370"/>
                </a:lnTo>
                <a:lnTo>
                  <a:pt x="1108936" y="3885367"/>
                </a:lnTo>
                <a:lnTo>
                  <a:pt x="1136201" y="3921136"/>
                </a:lnTo>
                <a:lnTo>
                  <a:pt x="1163750" y="3956675"/>
                </a:lnTo>
                <a:lnTo>
                  <a:pt x="1191583" y="3991981"/>
                </a:lnTo>
                <a:lnTo>
                  <a:pt x="1219698" y="4027053"/>
                </a:lnTo>
                <a:lnTo>
                  <a:pt x="1248092" y="4061890"/>
                </a:lnTo>
                <a:lnTo>
                  <a:pt x="1276765" y="4096490"/>
                </a:lnTo>
                <a:lnTo>
                  <a:pt x="1305714" y="4130850"/>
                </a:lnTo>
                <a:lnTo>
                  <a:pt x="1334938" y="4164970"/>
                </a:lnTo>
                <a:lnTo>
                  <a:pt x="1364435" y="4198848"/>
                </a:lnTo>
                <a:lnTo>
                  <a:pt x="1394203" y="4232482"/>
                </a:lnTo>
                <a:lnTo>
                  <a:pt x="1424240" y="4265869"/>
                </a:lnTo>
                <a:lnTo>
                  <a:pt x="1454546" y="4299010"/>
                </a:lnTo>
                <a:lnTo>
                  <a:pt x="1485118" y="4331901"/>
                </a:lnTo>
                <a:lnTo>
                  <a:pt x="1501584" y="4349330"/>
                </a:lnTo>
              </a:path>
            </a:pathLst>
          </a:custGeom>
          <a:ln w="1238249">
            <a:solidFill>
              <a:srgbClr val="FD61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94435" rIns="0" bIns="0" rtlCol="0" vert="horz">
            <a:spAutoFit/>
          </a:bodyPr>
          <a:lstStyle/>
          <a:p>
            <a:pPr marL="51689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9851" y="4452760"/>
            <a:ext cx="114300" cy="114299"/>
          </a:xfrm>
          <a:prstGeom prst="rect">
            <a:avLst/>
          </a:prstGeom>
        </p:spPr>
      </p:pic>
      <p:sp>
        <p:nvSpPr>
          <p:cNvPr id="24" name="object 2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dirty="0"/>
              <a:t>Successfully</a:t>
            </a:r>
            <a:r>
              <a:rPr dirty="0" spc="-60"/>
              <a:t> </a:t>
            </a:r>
            <a:r>
              <a:rPr dirty="0"/>
              <a:t>analyzed</a:t>
            </a:r>
            <a:r>
              <a:rPr dirty="0" spc="-60"/>
              <a:t> </a:t>
            </a:r>
            <a:r>
              <a:rPr dirty="0"/>
              <a:t>flight</a:t>
            </a:r>
            <a:r>
              <a:rPr dirty="0" spc="-55"/>
              <a:t> </a:t>
            </a:r>
            <a:r>
              <a:rPr dirty="0"/>
              <a:t>delay</a:t>
            </a:r>
            <a:r>
              <a:rPr dirty="0" spc="-60"/>
              <a:t> </a:t>
            </a:r>
            <a:r>
              <a:rPr dirty="0"/>
              <a:t>patterns</a:t>
            </a:r>
            <a:r>
              <a:rPr dirty="0" spc="-55"/>
              <a:t> </a:t>
            </a:r>
            <a:r>
              <a:rPr dirty="0"/>
              <a:t>using</a:t>
            </a:r>
            <a:r>
              <a:rPr dirty="0" spc="-60"/>
              <a:t> </a:t>
            </a:r>
            <a:r>
              <a:rPr dirty="0"/>
              <a:t>data</a:t>
            </a:r>
            <a:r>
              <a:rPr dirty="0" spc="-55"/>
              <a:t> </a:t>
            </a:r>
            <a:r>
              <a:rPr dirty="0" spc="-10"/>
              <a:t>analytics </a:t>
            </a:r>
            <a:r>
              <a:rPr dirty="0"/>
              <a:t>Identified</a:t>
            </a:r>
            <a:r>
              <a:rPr dirty="0" spc="-70"/>
              <a:t> </a:t>
            </a:r>
            <a:r>
              <a:rPr dirty="0"/>
              <a:t>key</a:t>
            </a:r>
            <a:r>
              <a:rPr dirty="0" spc="-70"/>
              <a:t> </a:t>
            </a:r>
            <a:r>
              <a:rPr dirty="0"/>
              <a:t>factors</a:t>
            </a:r>
            <a:r>
              <a:rPr dirty="0" spc="-70"/>
              <a:t> </a:t>
            </a:r>
            <a:r>
              <a:rPr dirty="0"/>
              <a:t>affecting</a:t>
            </a:r>
            <a:r>
              <a:rPr dirty="0" spc="-70"/>
              <a:t> </a:t>
            </a:r>
            <a:r>
              <a:rPr dirty="0"/>
              <a:t>delays</a:t>
            </a:r>
            <a:r>
              <a:rPr dirty="0" spc="-70"/>
              <a:t> </a:t>
            </a:r>
            <a:r>
              <a:rPr dirty="0"/>
              <a:t>(time,</a:t>
            </a:r>
            <a:r>
              <a:rPr dirty="0" spc="-65"/>
              <a:t> </a:t>
            </a:r>
            <a:r>
              <a:rPr dirty="0"/>
              <a:t>airline,</a:t>
            </a:r>
            <a:r>
              <a:rPr dirty="0" spc="-70"/>
              <a:t> </a:t>
            </a:r>
            <a:r>
              <a:rPr dirty="0"/>
              <a:t>route,</a:t>
            </a:r>
            <a:r>
              <a:rPr dirty="0" spc="-70"/>
              <a:t> </a:t>
            </a:r>
            <a:r>
              <a:rPr dirty="0" spc="-10"/>
              <a:t>causes) </a:t>
            </a:r>
            <a:r>
              <a:rPr dirty="0"/>
              <a:t>Developed</a:t>
            </a:r>
            <a:r>
              <a:rPr dirty="0" spc="-55"/>
              <a:t> </a:t>
            </a:r>
            <a:r>
              <a:rPr dirty="0"/>
              <a:t>an</a:t>
            </a:r>
            <a:r>
              <a:rPr dirty="0" spc="-55"/>
              <a:t> </a:t>
            </a:r>
            <a:r>
              <a:rPr dirty="0"/>
              <a:t>interactive</a:t>
            </a:r>
            <a:r>
              <a:rPr dirty="0" spc="-55"/>
              <a:t> </a:t>
            </a:r>
            <a:r>
              <a:rPr dirty="0"/>
              <a:t>dashboard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105"/>
              <a:t> </a:t>
            </a:r>
            <a:r>
              <a:rPr dirty="0" spc="-30"/>
              <a:t>real-</a:t>
            </a:r>
            <a:r>
              <a:rPr dirty="0"/>
              <a:t>time</a:t>
            </a:r>
            <a:r>
              <a:rPr dirty="0" spc="-55"/>
              <a:t> </a:t>
            </a:r>
            <a:r>
              <a:rPr dirty="0" spc="-10"/>
              <a:t>insights</a:t>
            </a: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/>
              <a:t>Helps</a:t>
            </a:r>
            <a:r>
              <a:rPr dirty="0" spc="-80"/>
              <a:t> </a:t>
            </a:r>
            <a:r>
              <a:rPr dirty="0"/>
              <a:t>passengers</a:t>
            </a:r>
            <a:r>
              <a:rPr dirty="0" spc="-80"/>
              <a:t> </a:t>
            </a:r>
            <a:r>
              <a:rPr dirty="0"/>
              <a:t>choose</a:t>
            </a:r>
            <a:r>
              <a:rPr dirty="0" spc="-75"/>
              <a:t> </a:t>
            </a:r>
            <a:r>
              <a:rPr dirty="0"/>
              <a:t>better</a:t>
            </a:r>
            <a:r>
              <a:rPr dirty="0" spc="-130"/>
              <a:t> </a:t>
            </a:r>
            <a:r>
              <a:rPr dirty="0"/>
              <a:t>travel</a:t>
            </a:r>
            <a:r>
              <a:rPr dirty="0" spc="-75"/>
              <a:t> </a:t>
            </a:r>
            <a:r>
              <a:rPr dirty="0" spc="-10"/>
              <a:t>options</a:t>
            </a:r>
          </a:p>
          <a:p>
            <a:pPr marL="12700" marR="728345">
              <a:lnSpc>
                <a:spcPct val="115199"/>
              </a:lnSpc>
            </a:pPr>
            <a:r>
              <a:rPr dirty="0"/>
              <a:t>Supports</a:t>
            </a:r>
            <a:r>
              <a:rPr dirty="0" spc="-70"/>
              <a:t> </a:t>
            </a:r>
            <a:r>
              <a:rPr dirty="0"/>
              <a:t>policymakers</a:t>
            </a:r>
            <a:r>
              <a:rPr dirty="0" spc="-70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/>
              <a:t>improving</a:t>
            </a:r>
            <a:r>
              <a:rPr dirty="0" spc="-70"/>
              <a:t> </a:t>
            </a:r>
            <a:r>
              <a:rPr dirty="0"/>
              <a:t>aviation</a:t>
            </a:r>
            <a:r>
              <a:rPr dirty="0" spc="-70"/>
              <a:t> </a:t>
            </a:r>
            <a:r>
              <a:rPr dirty="0" spc="-10"/>
              <a:t>infrastructure </a:t>
            </a:r>
            <a:r>
              <a:rPr dirty="0"/>
              <a:t>Scalable</a:t>
            </a:r>
            <a:r>
              <a:rPr dirty="0" spc="-65"/>
              <a:t> </a:t>
            </a:r>
            <a:r>
              <a:rPr dirty="0"/>
              <a:t>for</a:t>
            </a:r>
            <a:r>
              <a:rPr dirty="0" spc="-114"/>
              <a:t> </a:t>
            </a:r>
            <a:r>
              <a:rPr dirty="0"/>
              <a:t>future</a:t>
            </a:r>
            <a:r>
              <a:rPr dirty="0" spc="-65"/>
              <a:t> </a:t>
            </a:r>
            <a:r>
              <a:rPr dirty="0"/>
              <a:t>enhancements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 spc="-30"/>
              <a:t>real-</a:t>
            </a:r>
            <a:r>
              <a:rPr dirty="0"/>
              <a:t>world</a:t>
            </a:r>
            <a:r>
              <a:rPr dirty="0" spc="-65"/>
              <a:t> </a:t>
            </a:r>
            <a:r>
              <a:rPr dirty="0" spc="-10"/>
              <a:t>applications</a:t>
            </a:r>
          </a:p>
        </p:txBody>
      </p: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9851" y="5014734"/>
            <a:ext cx="114300" cy="11429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9851" y="5576710"/>
            <a:ext cx="114300" cy="11429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9851" y="6138685"/>
            <a:ext cx="114300" cy="11429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9851" y="6700659"/>
            <a:ext cx="114300" cy="11429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9851" y="7262634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0616" y="2277110"/>
            <a:ext cx="6425565" cy="5130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1265" marR="5080" indent="-1219200">
              <a:lnSpc>
                <a:spcPct val="116300"/>
              </a:lnSpc>
              <a:spcBef>
                <a:spcPts val="100"/>
              </a:spcBef>
            </a:pPr>
            <a:r>
              <a:rPr dirty="0" sz="14400" spc="-10" b="0">
                <a:solidFill>
                  <a:srgbClr val="FFFFFF"/>
                </a:solidFill>
                <a:latin typeface="Times New Roman"/>
                <a:cs typeface="Times New Roman"/>
              </a:rPr>
              <a:t>THANK </a:t>
            </a:r>
            <a:r>
              <a:rPr dirty="0" sz="14400" spc="-25" b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endParaRPr sz="1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Somu Somu</dc:creator>
  <cp:keywords>DAHFC3kMtHY,BAFsjLuM3g0,0</cp:keywords>
  <dc:title>White and Orange Simple Portfolio Presentation</dc:title>
  <dcterms:created xsi:type="dcterms:W3CDTF">2026-03-26T14:32:08Z</dcterms:created>
  <dcterms:modified xsi:type="dcterms:W3CDTF">2026-03-26T14:32:08Z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2026-03-26T00:00:00Z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2026-03-26T00:00:00Z</vt:filetime>
  </property>
  <property fmtid="{D5CDD505-2E9C-101B-9397-08002B2CF9AE}" pid="5" name="Producer">
    <vt:lpwstr>Canva</vt:lpwstr>
  </property>
</Properties>
</file>